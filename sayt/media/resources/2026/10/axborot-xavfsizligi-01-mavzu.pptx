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Axborot xavfsizligi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tushunchasi va uning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asosiy yo‘nalishlari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Axborot va axborot xavfsizligi tushunchasi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Axborot xavfsizligining asosiy yo‘nalishlari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 tarmoqlari va IT-servisda axborot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xavfsizligining ahamiyati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axborot, axborot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xavfsizligi, tahdid va himoya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tushunchalarini hamda axborot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xavfsizligining asosiy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yo‘nalishlarini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axborot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xavfsizligining asosiy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tushunchalarini farqlaydi,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uning yo‘nalishlarini sanaydi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IT-servis mutaxassisi ishidagi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ahamiyatini misollar bilan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izohlaydi.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AXBOROT VA AXBOROT XAVFSIZLIGI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Axborot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Axborot — shaxslar, predmetlar, faktlar, voqealar va jarayonlar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haqidagi ma’lumotlar, ular qanday shaklda taqdim etilishidan qat’i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nazar.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Bugungi kunda axborot eng qimmatli resurslardan biriga aylangan: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bank hisob raqamlari, o‘quvchilarning baholari, korxonaning moliyaviy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hisobotlari, shaxsiy yozishmalar…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AXBOROT VA AXBOROT XAVFSIZLIGI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tushunchalar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637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Axborot xavfsizligi faqat texnik masala emas: u insonlar, qoidalar va texnologiyalarning</a:t>
            </a:r>
            <a:br/>
            <a:r>
              <a:rPr sz="2000" b="0">
                <a:solidFill>
                  <a:srgbClr val="3A4560"/>
                </a:solidFill>
                <a:latin typeface="Segoe UI"/>
              </a:rPr>
              <a:t>birgalikdagi ishiga bog‘liq. Eng kuchli himoya dasturi ham parolini qog‘ozga yozib monitorga</a:t>
            </a:r>
            <a:br/>
            <a:r>
              <a:rPr sz="2000" b="0">
                <a:solidFill>
                  <a:srgbClr val="3A4560"/>
                </a:solidFill>
                <a:latin typeface="Segoe UI"/>
              </a:rPr>
              <a:t>yopishtirgan xodim sababli foydasiz bo‘lib qolishi mumkin.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93158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836926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Axborot xavfsizligi: </a:t>
            </a:r>
            <a:r>
              <a:rPr sz="1900" b="0">
                <a:solidFill>
                  <a:srgbClr val="1B2A4A"/>
                </a:solidFill>
                <a:latin typeface="Segoe UI"/>
              </a:rPr>
              <a:t>axborotning maxfiyligi, yaxlitligi va foydalanish imkoniyatini ruxsatsiz kirish,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o‘zgartirish va yo‘q qilishdan himoyalangan holati.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9561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00958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Axborot resursi: </a:t>
            </a:r>
            <a:r>
              <a:rPr sz="1900" b="0">
                <a:solidFill>
                  <a:srgbClr val="1B2A4A"/>
                </a:solidFill>
                <a:latin typeface="Segoe UI"/>
              </a:rPr>
              <a:t>axborot tizimlarida saqlanadigan hujjatlar, ma’lumotlar bazalari va fayllar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majmui.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5964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64990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Tahdid: </a:t>
            </a:r>
            <a:r>
              <a:rPr sz="1900" b="0">
                <a:solidFill>
                  <a:srgbClr val="1B2A4A"/>
                </a:solidFill>
                <a:latin typeface="Segoe UI"/>
              </a:rPr>
              <a:t>axborotga zarar yetkazishi mumkin bo‘lgan har qanday hodisa yoki harakat.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481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20158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Zaiflik: </a:t>
            </a:r>
            <a:r>
              <a:rPr sz="1900" b="0">
                <a:solidFill>
                  <a:srgbClr val="1B2A4A"/>
                </a:solidFill>
                <a:latin typeface="Segoe UI"/>
              </a:rPr>
              <a:t>tizimdagi kamchilik bo‘lib, undan foydalanib tahdid amalga oshirilishi mumkin.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6998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75326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Himoya vositasi: </a:t>
            </a:r>
            <a:r>
              <a:rPr sz="1900" b="0">
                <a:solidFill>
                  <a:srgbClr val="1B2A4A"/>
                </a:solidFill>
                <a:latin typeface="Segoe UI"/>
              </a:rPr>
              <a:t>axborotni tahdidlardan himoyalash uchun qo‘llaniladigan dasturiy, texnik yoki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tashkiliy chora.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AXBOROT XAVFSIZLIGINING ASOSIY YO‘NALISHLARI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Axborot xavfsizligining yo‘nalishlari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Axborot xavfsizligi bir necha o‘zaro bog‘liq yo‘nalishlarni o‘z ichiga oladi. Har bir yo‘nalish o‘z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vositalari va mutaxassislariga ega.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764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325"/>
                <a:gridCol w="4470273"/>
                <a:gridCol w="4202056"/>
              </a:tblGrid>
              <a:tr h="42100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4EBDD"/>
                          </a:solidFill>
                          <a:latin typeface="Segoe UI"/>
                        </a:rPr>
                        <a:t>Yo‘nalish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4EBDD"/>
                          </a:solidFill>
                          <a:latin typeface="Segoe UI"/>
                        </a:rPr>
                        <a:t>Nimani himoya qiladi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21005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Kompyuter xavfsizligi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Alohida kompyuter va undagi dasturlar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Antivirus, operatsion tizim yangilanishlari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21005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Tarmoq xavfsizligi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Lokal va global tarmoq, ma’lumot uzatish kanallari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Tarmoqlararo ekran, VPN, Wi-Fi shifrlash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65913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Ma’lumotlar xavfsizligi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Fayllar va ma’lumotlar bazalari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Shifrlash, zaxira nusxa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21005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Ilovalar xavfsizligi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Veb-saytlar va dasturlar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Kirish huquqlarini cheklash, xatolarni tuzatish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21005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Fizik xavfsizlik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Server xonasi, jihozlar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4A"/>
                          </a:solidFill>
                          <a:latin typeface="Segoe UI"/>
                        </a:rPr>
                        <a:t>Eshik qulfi, videokuzatuv, kirish nazorati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AXBOROT XAVFSIZLIGINING ASOSIY YO‘NALISHLARI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Kiberxavfsizlik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O‘zbekistonda bu soha 2022-yilda qabul qilingan «Kiberxavfsizlik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to‘g‘risida»gi Qonun bilan tartibga solinadi.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Kiberxavfsizlik: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kibermakonda shaxs, jamiyat va davlat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manfaatlarining tashqi va ichki tahdidlardan himoyalanganlik holati.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925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948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Kibermakon: </a:t>
            </a:r>
            <a:r>
              <a:rPr sz="2600" b="0">
                <a:solidFill>
                  <a:srgbClr val="1B2A4A"/>
                </a:solidFill>
                <a:latin typeface="Segoe UI"/>
              </a:rPr>
              <a:t>kompyuter tarmoqlari, internet va axborot tizimlari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yordamida yaratiladigan virtual muhit.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KOMPYUTER TARMOQLARI VA IT-SERVISDA AXBOROT XAVFSIZLIGINING AHAMIYATI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IT-servis mutaxassisi va axborot xavfsizligi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2123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8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Kompyuter tarmoqlari va IT-servis mutaxassisi kompyuterlarni sozlash, tarmoqni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o‘rnatish, foydalanuvchilarga yordam berish bilan shug‘ullanadi. Bu ishlarning har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birida u axborot xavfsizligi bilan bevosita to‘qnash keladi.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10379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8551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Yangi kompyuterga operatsion tizim o‘rnatganda — yangilanishlarni va antivirusni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yoqadi.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6536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84708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Wi-Fi routerni sozlaganda — standart parolni almashtiradi va shifrlashni yoqadi.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6929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5102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Foydalanuvchi hisobini yaratganda — kerakli huquqlarnigina beradi.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7323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5495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Nosoz kompyuterni ta’mirlaganda — mijozning shaxsiy fayllarini ko‘rmaydi va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tarqatmaydi.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KOMPYUTER TARMOQLARI VA IT-SERVISDA AXBOROT XAVFSIZLIGINING AHAMIYATI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Xavfsizlik buzilishining oqibatlari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Axborot xavfsizligi buzilsa, tashkilot pul, vaqt va obro‘sini yo‘qotadi.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Masalan, shifrlovchi virus server ma’lumotlarini qulflab qo‘ysa, korxona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bir necha kun ishlay olmaydi; mijozlar ma’lumotlari sizib chiqsa,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tashkilot qonun oldida javob beradi.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Shuning uchun xavfsizlik haqida kompyuter ishlay boshlagandan keyin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emas, birinchi kundan boshlab o‘ylash kerak.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Axborot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49475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Shaxslar, predmetlar, faktlar, voqealar va jarayonlar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haqidagi ma’lumotlar, ular qanday shaklda taqdim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etilishidan qat’i nazar.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Axborot resursi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Axborot tizimlarida saqlanadigan hujjatlar,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ma’lumotlar bazalari va fayllar majmui.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Axborot xavfsizligi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688968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Axborotning maxfiyligi, yaxlitligi va foydalanish imkoniyatini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ruxsatsiz kirish, o‘zgartirish va yo‘q qilishdan himoyalangan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holati.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23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sz="1900" b="1">
                <a:solidFill>
                  <a:srgbClr val="1B2A4A"/>
                </a:solidFill>
                <a:latin typeface="Georgia"/>
              </a:rPr>
              <a:t>Himoya vositasi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18179"/>
            <a:ext cx="4936991" cy="574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3A4560"/>
                </a:solidFill>
                <a:latin typeface="Segoe UI"/>
              </a:rPr>
              <a:t>Axborotni tahdidlardan himoyalash uchun</a:t>
            </a:r>
            <a:br/>
            <a:r>
              <a:rPr sz="1600" b="0">
                <a:solidFill>
                  <a:srgbClr val="3A4560"/>
                </a:solidFill>
                <a:latin typeface="Segoe UI"/>
              </a:rPr>
              <a:t>qo‘llaniladigan dasturiy, texnik yoki tashkiliy chora.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Kibermakon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Kompyuter tarmoqlari, internet va axborot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tizimlari yordamida yaratiladigan virtual muhit.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08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800" b="1">
                <a:solidFill>
                  <a:srgbClr val="1B2A4A"/>
                </a:solidFill>
                <a:latin typeface="Georgia"/>
              </a:rPr>
              <a:t>Kiberxavfsizlik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43067"/>
            <a:ext cx="4936991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3A4560"/>
                </a:solidFill>
                <a:latin typeface="Segoe UI"/>
              </a:rPr>
              <a:t>Kibermakonda shaxs, jamiyat va davlat manfaatlarining</a:t>
            </a:r>
            <a:br/>
            <a:r>
              <a:rPr sz="1500" b="0">
                <a:solidFill>
                  <a:srgbClr val="3A4560"/>
                </a:solidFill>
                <a:latin typeface="Segoe UI"/>
              </a:rPr>
              <a:t>tashqi va ichki tahdidlardan himoyalanganlik holati.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Axborot xavfsizligi deganda nimani tushunasiz?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Tahdid va zaiflik o‘rtasida qanday farq bor?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Axborot xavfsizligining qanday yo‘nalishlarini bilasiz?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Kiberxavfsizlik nima?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IT-servis mutaxassisi ishida axborot xavfsizligi qayerlarda uchraydi?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1-mavzu. Axborot xavfsizligi tushunchasi va uning asosiy yo‘nalishlari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