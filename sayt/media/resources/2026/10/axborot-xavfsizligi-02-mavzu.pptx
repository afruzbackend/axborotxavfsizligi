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holatini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joyidagi axborot xavfsizligi holatini baholash mezonlari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kompyuterning xavfsizlik holatini tekshirish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Natijalarni nazorat varag‘iga yozish va xulosa chiqarish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ish joyi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kompyuterning axborot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xavfsizligi holatini tekshirish,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kamchiliklarni aniqlash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nazorat varag‘ini to‘ldirish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Windows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markazini ochib holatni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tekshiradi, kamchiliklarni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 va nazorat varag‘i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asosida xulosa 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ISH JOYIDAGI AXBOROT XAVFSIZLIGI HOLATINI BAHOLASH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holati qanday baholanadi?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joyining xavfsizlik holati — kompyuter, undagi dasturlar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foydalanuvchining odatlari xavfsizlik talablariga qanchalik mos kelishini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ko‘rsatadi. Uni baholash uchun oldindan tuzilgan savollar ro‘yxati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nazorat varag‘idan foydalaniladi.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Nazorat varag‘i: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tekshirilishi kerak bo‘lgan bandlar ro‘yxati bo‘lib, har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bir band bo‘yicha «ha» yoki «yo‘q» deb belgilanadi.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77079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62102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Xavfsizlik auditi: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tizimning xavfsizlik talablariga muvofiqligini tizimli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 jarayoni.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ISH JOYIDAGI AXBOROT XAVFSIZLIGI HOLATINI BAHOLASH MEZONLARI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mezonlar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615"/>
                <a:gridCol w="836204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tekshiramiz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 himoyasi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Kompyuterga kirishda parol yoki PIN-kod bormi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Operatsion tizim oxirgi yangilanishlari o‘rnatilganmi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yoqilganmi, bazasi yangimi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himoyasi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Tarmoqlararo ekran (firewall) yoqilganmi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 qulfi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qarovsiz qolganda ekran qulflanadimi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KOMPYUTERNING XAVFSIZLIK HOLATINI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Hisobni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«Пуск» → «Параметры» (Sozlamalar) → «Учётные записи» →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«Варианты входа» bo‘limida kirish usuli (parol, PIN) borligini ko‘ring.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Yangilanishlarni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Sozlamalar → «Центр обновления Windows»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bo‘limini oching va oxirgi yangilanish sanasini yozib oling.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Antivirusni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«Безопасность Windows» (Windows Security) ilovasini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oching, «Защита от вирусов и угроз» bo‘limida himoya yoqilganini ko‘ring.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298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Tarmoqlararo ekranni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Windows Security → «Брандмауэр и защита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сети» bo‘limida barcha tarmoq profillarida himoya yoqilganligini tekshiring.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2097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914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Ekran qulfini sinash.: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Win + L tugmalarini bosing — ekran qulflanishi va qaytishda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parol so‘ralishi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KOMPYUTERNING XAVFSIZLIK HOLATINI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 haqida ma’lumot olish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Buyruqlar satrida (cmd) systeminfo buyrug‘ini bering: operatsion tizim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versiyasi va o‘rnatilgan yangilanishlar ro‘yxati chiqadi. Bu ma’lumotlar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hisobotga yoziladi.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Muhim qoida: tekshiruv vaqtida hech qanday sozlamani o‘qituvchi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ruxsatisiz o‘chirmang va boshqa foydalanuvchilarning fayllarini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ochmang.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NATIJALARNI NAZORAT VARAG‘IGA YOZISH VA XULOSA CHIQARISH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Nazorat varag‘ini to‘ldirish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mezon bo‘yicha natija jadvalga yoziladi. Har bir «ha» javobi 1 ball hisoblanadi.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430"/>
                <a:gridCol w="5165648"/>
                <a:gridCol w="1788109"/>
                <a:gridCol w="218546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Tekshiruv bandi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Kirishda parol/PIN bor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 o‘rnatilgan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oxirgi sana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yoqilgan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Firewall yoqilgan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 qulfi ishlaydi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NATIJALARNI NAZORAT VARAG‘IGA YOZISH VA XULOSA CHIQARISH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 chiqarish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Xulosada aniqlangan har bir kamchilik uchun tavsiya yoziladi: masalan,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«Antivirus bazasi eskirgan — yangilash zarur». Juftlikdagi o‘quvchilar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bir-birining nazorat varag‘ini tekshirib baholaydi.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6 ball: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xavfsizlik holati yaxshi.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4–5 ball: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qoniqarli, kamchiliklarni tuzatish kerak.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3 ball va kam: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xavfli holat, darhol choralar ko‘riladi.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Nazorat varag‘i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Tekshirilishi kerak bo‘lgan bandlar ro‘yxati bo‘lib, har bir band bo‘yicha «ha» yoki «yo‘q» deb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belgilanadi.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Xavfsizlik auditi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Tizimning xavfsizlik talablariga muvofiqligini tizimli tekshirish jarayoni.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Nazorat varag‘i nima uchun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xavfsizlik holatini qaysi ilova orqali tekshirish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Ekran qulfini qaysi tugmalar bilan yoqish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systeminfo buyrug‘i qanday ma’lumot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joyida qanday holatlar xavfsizlikka tahdid soladi?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2-mavzu. Axborot xavfsizligi holatini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