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asosiy tamoyillari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Konfidensiallik, yaxlitlik va foydalanuvchanlik (CIA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triadasi)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Qo‘shimcha tamoyillar: autentiklik, hisobdorlik, rad etib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bo‘lmaslik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Eng kam imtiyoz va ko‘p qatlamli himoya tamoyillari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xavfsizligining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tamoyillari — konfidensiallik,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yaxlitlik, foydalanuvchanlik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qo‘shimcha tamoyillarni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CIA triadasini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izohlaydi, har bir tamoyil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buzilishiga misol keltiradi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choralarini tamoyillar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bilan bog‘laydi.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KONFIDENSIALLIK, YAXLITLIK VA FOYDALANUVCHANLIK (CIA TRIADASI)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CIA triadasi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Axborot xavfsizligining asosini uchta tamoyil tashkil etadi. Ular inglizcha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bosh harflari bo‘yicha CIA triadasi deb ataladi: Confidentiality, Integrity,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Availability.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Konfidensiallik: </a:t>
            </a:r>
            <a:r>
              <a:rPr sz="2400" b="0">
                <a:solidFill>
                  <a:srgbClr val="1B2A4A"/>
                </a:solidFill>
                <a:latin typeface="Segoe UI"/>
              </a:rPr>
              <a:t>axborotga faqat ruxsati bor shaxslar kira olishi va uni o‘qiy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olishi.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4519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1116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Yaxlitlik: </a:t>
            </a:r>
            <a:r>
              <a:rPr sz="2400" b="0">
                <a:solidFill>
                  <a:srgbClr val="1B2A4A"/>
                </a:solidFill>
                <a:latin typeface="Segoe UI"/>
              </a:rPr>
              <a:t>axborotning ruxsatsiz o‘zgartirilmagan, to‘liq va to‘g‘ri holda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saqlanishi.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07178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93776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Foydalanuvchanlik: </a:t>
            </a:r>
            <a:r>
              <a:rPr sz="2400" b="0">
                <a:solidFill>
                  <a:srgbClr val="1B2A4A"/>
                </a:solidFill>
                <a:latin typeface="Segoe UI"/>
              </a:rPr>
              <a:t>ruxsati bor foydalanuvchi axborotdan kerakli vaqtda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to‘siqsiz foydalana olishi.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KONFIDENSIALLIK, YAXLITLIK VA FOYDALANUVCHANLIK (CIA TRIADASI)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Tamoyillar buzilishiga misollar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541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119"/>
                <a:gridCol w="5406566"/>
                <a:gridCol w="388596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Tamoyil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Buzilish holati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Himoya chorasi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Konfidensiallik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Begona shaxs o‘quvchilarning shaxsiy ma’lumotlarini ko‘rib qoldi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Parol, shifrlash, kirish huquqlari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Yaxlitlik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Elektron jurnaldagi baho ruxsatsiz o‘zgartirildi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Xesh-summa, o‘zgarishlar jurnali, zaxira nusxa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Foydalanuvchanlik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Sayt hujum sababli ochilmay qoldi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server, DDoS himoyasi, UPS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QO‘SHIMCHA TAMOYILLAR: AUTENTIKLIK, HISOBDORLIK, RAD ETIB BO‘LMASLIK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Qo‘shimcha tamoyillar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CIA triadasidan tashqari zamonaviy tizimlarda yana bir nechta tamoyil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qo‘llaniladi.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Autentiklik: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axborot yoki foydalanuvchi o‘zini kim deb ko‘rsatsa,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haqiqatan ham o‘sha ekanligi.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Hisobdorlik: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tizimdagi har bir harakatni aniq foydalanuvchiga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bog‘lash imkoniyati.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7087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2109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Rad etib bo‘lmaslik: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xabar yuborgan yoki amal bajargan shaxs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keyinchalik buni inkor qila olmasligi.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ENG KAM IMTIYOZ VA KO‘P QATLAMLI HIMOYA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Eng kam imtiyoz tamoyili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Masalan, kotiba kompyuterida administrator huquqi bo‘lishi shart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emas: oddiy foydalanuvchi hisobi bilan ishlasa, virus ham tizimga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chuqur o‘rnasha olmaydi.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Eng kam imtiyoz tamoyili: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 bir foydalanuvchi va dasturga faqat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 ishini bajarishi uchun zarur bo‘lgan minimal huquqlarni berish.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ENG KAM IMTIYOZ VA KO‘P QATLAMLI HIMOYA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Ko‘p qatlamli himoya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Uni qal’aga o‘xshatish mumkin: devor, xandaq, darvoza va qorovul.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Ko‘p qatlamli himoya: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bir nechta mustaqil himoya vositasini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ketma-ket qo‘llash, shunda bitta qatlam yorib o‘tilsa ham keyingisi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himoya qiladi.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5614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0636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Fizik qatlam: </a:t>
            </a:r>
            <a:r>
              <a:rPr sz="2600" b="0">
                <a:solidFill>
                  <a:srgbClr val="1B2A4A"/>
                </a:solidFill>
                <a:latin typeface="Segoe UI"/>
              </a:rPr>
              <a:t>server xonasi eshigi va kirish nazorati.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2510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7532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Tarmoq qatlami: </a:t>
            </a:r>
            <a:r>
              <a:rPr sz="2600" b="0">
                <a:solidFill>
                  <a:srgbClr val="1B2A4A"/>
                </a:solidFill>
                <a:latin typeface="Segoe UI"/>
              </a:rPr>
              <a:t>router, tarmoqlararo ekran, Wi-Fi shifrlash.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9406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4428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Qurilma qatlami: </a:t>
            </a:r>
            <a:r>
              <a:rPr sz="2600" b="0">
                <a:solidFill>
                  <a:srgbClr val="1B2A4A"/>
                </a:solidFill>
                <a:latin typeface="Segoe UI"/>
              </a:rPr>
              <a:t>antivirus, yangilanishlar, disk shifrlash.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6302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1324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Foydalanuvchi qatlami: </a:t>
            </a:r>
            <a:r>
              <a:rPr sz="2600" b="0">
                <a:solidFill>
                  <a:srgbClr val="1B2A4A"/>
                </a:solidFill>
                <a:latin typeface="Segoe UI"/>
              </a:rPr>
              <a:t>kuchli parol, 2FA, xodimlarni o‘qitish.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Autentiklik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Axborot yoki foydalanuvchi o‘zini kim deb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ko‘rsatsa, haqiqatan ham o‘sha ekanligi.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Eng kam imtiyoz tamoyili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49475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Har bir foydalanuvchi va dasturga faqat o‘z ishini bajarishi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uchun zarur bo‘lgan minimal huquqlarni berish.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Foydalanuvchanlik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Ruxsati bor foydalanuvchi axborotdan kerakli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vaqtda to‘siqsiz foydalana olishi.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Hisobdorlik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Tizimdagi har bir harakatni aniq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foydalanuvchiga bog‘lash imkoniyati.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Konfidensiallik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Axborotga faqat ruxsati bor shaxslar kira olishi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va uni o‘qiy olishi.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Ko‘p qatlamli himoya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Bir nechta mustaqil himoya vositasini ketma-ket qo‘llash,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shunda bitta qatlam yorib o‘tilsa ham keyingisi himoya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qiladi.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CIA triadasiga qaysi tamoyillar kiradi?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Konfidensiallik buzilishiga misol keltiring.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Yaxlitlik tamoyili nimani anglatadi?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Rad etib bo‘lmaslik tamoyili qayerda qo‘llaniladi?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Ko‘p qatlamli himoya nima uchun kerak?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3-mavzu. Axborot xavfsizligining asosiy tamoyillari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