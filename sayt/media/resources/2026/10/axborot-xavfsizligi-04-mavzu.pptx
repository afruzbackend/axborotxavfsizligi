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Axborot xavfsizligi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tamoyillarini real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vaziyatlarda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Vaziyatli masalalarni tahlil qilish usuli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vaziyatlarda buzilgan tamoyilni aniqlash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Himoya choralarini taklif qilish va natijalarni taqdim etish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real vaziyatlarni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tahlil qilib, qaysi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tamoyili buzilganini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himoya choralarini tanlash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vaziyatlarni CIA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triadasi asosida tahlil qiladi,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buzilgan tamoyilni asoslab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 va mos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chorasini taklif 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VAZIYATLI MASALALARNI TAHLIL QILISH USULI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Vaziyatni tahlil qilish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995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72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60"/>
              </a:lnSpc>
            </a:pPr>
            <a:r>
              <a:rPr sz="2200" b="0">
                <a:solidFill>
                  <a:srgbClr val="3A4560"/>
                </a:solidFill>
                <a:latin typeface="Segoe UI"/>
              </a:rPr>
              <a:t>Real hayotdagi xavfsizlik hodisasini tahlil qilish uchun quyidagi savollarga javob</a:t>
            </a:r>
            <a:br/>
            <a:r>
              <a:rPr sz="2200" b="0">
                <a:solidFill>
                  <a:srgbClr val="3A4560"/>
                </a:solidFill>
                <a:latin typeface="Segoe UI"/>
              </a:rPr>
              <a:t>beriladi: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831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276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Nima sodir bo‘ldi?: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Hodisaning qisqa tavsifi yoziladi.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7084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604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Qaysi axborot zarar ko‘rdi?: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Fayl, hisob, ma’lumotlar bazasi yoki xizmat aniqlanadi.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65852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54812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Qaysi tamoyil buzildi?: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Konfidensiallik, yaxlitlik yoki foydalanuvchanlik.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462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3580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Sabab nima edi?: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Zaiflik: kuchsiz parol, yangilanmagan dastur, ehtiyotsizlik va hokazo.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63388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52348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Qanday himoya chorasi yordam beradi?: </a:t>
            </a:r>
            <a:r>
              <a:rPr sz="2100" b="0">
                <a:solidFill>
                  <a:srgbClr val="1B2A4A"/>
                </a:solidFill>
                <a:latin typeface="Segoe UI"/>
              </a:rPr>
              <a:t>Texnik va tashkiliy choralar taklif qilinadi.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12156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01116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Keys-stadi: </a:t>
            </a:r>
            <a:r>
              <a:rPr sz="2100" b="0">
                <a:solidFill>
                  <a:srgbClr val="1B2A4A"/>
                </a:solidFill>
                <a:latin typeface="Segoe UI"/>
              </a:rPr>
              <a:t>real yoki real hayotga yaqin vaziyatni tahlil qilib, yechim topishga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asoslangan o‘qitish usuli.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VAZIYATLARDA BUZILGAN TAMOYILNI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Vaziyatli masalalar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Guruhlar quyidagi vaziyatlarni tahlil jadvaliga yozib chiqadi.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374"/>
                <a:gridCol w="96282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Vaziyat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Hisobchi kompyuterini qulflamay tushlikka chiqdi, bu vaqtda begona…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Do‘konning internet-sayti ko‘p sonli soxta so‘rovlar sababli bir kun…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O‘quvchi elektron jurnalga kirish parolini bilib olib, o‘z bahosini…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Server qattiq diski buzildi, zaxira nusxa yo‘qligi sababli bir yillik…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Xodim «bank xodimi» deb tanishtirgan noma’lum shaxsga telefonda…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VAZIYATLARDA BUZILGAN TAMOYILNI ANIQLASH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Guruhlarga bo‘linish.: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Sinf 4–5 kishilik guruhlarga bo‘linadi, har biri 2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 vaziyat oladi.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Tahlil.: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 bir vaziyat oldingi bo‘limdagi savollar asosida tahlil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Jadvalni to‘ldirish.: </a:t>
            </a:r>
            <a:r>
              <a:rPr sz="2600" b="0">
                <a:solidFill>
                  <a:srgbClr val="1B2A4A"/>
                </a:solidFill>
                <a:latin typeface="Segoe UI"/>
              </a:rPr>
              <a:t>Buzilgan tamoyil, sabab va himoya chorasi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yoziladi.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HIMOYA CHORALARINI TAKLIF QILISH VA NATIJALARNI TAQDIM 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Tahlil jadvali namunasi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14535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446"/>
                <a:gridCol w="2308697"/>
                <a:gridCol w="2444503"/>
                <a:gridCol w="488900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Vaziyat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Buzilgan tamoyil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Sabab (zaiflik)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Himoya chorasi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Konfidensiallik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Ekran qulflanmagan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 + L odati, avtomatik ekran qulfi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Foydalanuvchanlik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Zaxira nusxa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Muntazam zaxiralash, RAID massiv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HIMOYA CHORALARINI TAKLIF QILISH VA NATIJALARNI TAQDIM 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Natijalarni taqdim etish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guruh o‘z natijasini 2–3 daqiqada taqdim etadi. Boshqa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guruhlar savol beradi va baholaydi.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HIMOYA CHORALARINI TAKLIF QILISH VA NATIJALARNI TAQDIM ETISH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Xulosa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Amaliy ish natijasida o‘quvchilar xavfsizlik hodisalarining aksariyati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murakkab texnik hujum emas, oddiy ehtiyotsizlik oqibati ekanini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ko‘radilar. Demak, himoyaning muhim qismi — to‘g‘ri odatlarni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Keys-stadi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Real yoki real hayotga yaqin vaziyatni tahlil qilib, yechim topishga asoslangan o‘qitish usuli.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Vaziyatni tahlil qilishda qanday savollarga javob beriladi?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Keys-stadi usuli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Zaxira nusxa yo‘qligi qaysi tamoyilga xavf tug‘diradi?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 vaziyatda bir nechta tamoyil buzilishi mumkinmi? Misol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keltiring.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SMS-kodni begona shaxsga aytish qanday oqibatlarga olib keladi?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4-mavzu. Axborot xavfsizligi tamoyillarini real vaziyatlarda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