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tamoyillarining amaliy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qo‘llanilishi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Tashkilotda xavfsizlik siyosati va qoidalar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Tamoyillarni texnik vositalar orqali amalga oshirish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Xodimlar va foydalanuvchilarning xavfsizlik madaniyati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 tamoyillari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tashkilotda qanday qoidalar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texnik vositalar orqali amalga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oshirilishini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xavfsizlik siyosati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tarkibini biladi, har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tamoyilga mos texnik vositani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tanlaydi va xavfsizlik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madaniyatining ahamiyatini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TASHKILOTDA XAVFSIZLIK SIYOSATI VA QOIDALAR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siyosati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Siyosat yozma hujjat bo‘lib, rahbar tomonidan tasdiqlanadi va barcha xodimlar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bilan tanishtiriladi.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Xavfsizlik siyosati: </a:t>
            </a:r>
            <a:r>
              <a:rPr sz="2200" b="0">
                <a:solidFill>
                  <a:srgbClr val="1B2A4A"/>
                </a:solidFill>
                <a:latin typeface="Segoe UI"/>
              </a:rPr>
              <a:t>tashkilotda axborotni himoya qilish bo‘yicha qabul qilingan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qoidalar, talablar va mas’uliyatlar majmui.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856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6735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qaysi axborot maxfiy hisoblanadi va kim unga kira oladi;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895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7129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parollarga qo‘yiladigan talablar va ularni almashtirish muddati;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35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752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shaxsiy fleshka va qurilmalardan foydalanish tartibi;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974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91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zaxira nusxa olish jadvali;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0137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48309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xavfsizlik hodisasi yuz berganda kimga murojaat qilish.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TAMOYILLARNI TEXNIK VOSITALAR ORQALI AMALGA OSHIRISH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Tamoyil va vositalar bog‘liqligi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tamoyil aniq texnik vositalar orqali amalga oshiriladi.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887"/>
                <a:gridCol w="4987883"/>
                <a:gridCol w="414088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Tamoyil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Texnik vositalar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Tashkiliy choralar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Konfidensiallik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Parol, shifrlash (BitLocker), kirish huquqlari (NTFS)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Maxfiy hujjatlar ro‘yxati, tushuntirish xati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Yaxlitlik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Xesh-summa, raqamli imzo, o‘zgarishlar jurnali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Hujjatlarni tasdiqlash tartibi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Foydalanuvchanlik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nusxa, UPS, RAID, zaxira internet kanali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rejasi, navbatchilik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Hisobdorlik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jurnallari (Event Viewer), shaxsiy hisoblar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xodimga alohida hisob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TAMOYILLARNI TEXNIK VOSITALAR ORQALI AMALGA OSHIRISH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misol: texnikum kompyuter xonasi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xonasida o‘quvchilar uchun alohida cheklangan hisob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yaratiladi (eng kam imtiyoz), o‘qituvchi kompyuterida administrator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paroli faqat laborantda bo‘ladi (konfidensiallik), o‘quvchilar ishlari har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hafta serverga nusxalanadi (foydalanuvchanlik)…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XODIMLAR VA FOYDALANUVCHILARNING XAVFSIZLIK MADANIYATI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Inson omili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Statistik ma’lumotlarga ko‘ra, xavfsizlik hodisalarining katta qismi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xodimlarning xatosi yoki ehtiyotsizligi tufayli yuz beradi. Shuning uchun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texnik himoya bilan bir qatorda inson omiliga katta e’tibor beriladi.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Xavfsizlik madaniyati: </a:t>
            </a:r>
            <a:r>
              <a:rPr sz="2400" b="0">
                <a:solidFill>
                  <a:srgbClr val="1B2A4A"/>
                </a:solidFill>
                <a:latin typeface="Segoe UI"/>
              </a:rPr>
              <a:t>xodimlarning xavfsiz ishlashni odatga aylantirgan,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xavflarni tushunadigan va qoidalarga ongli ravishda amal qiladigan holati.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4519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11168"/>
            <a:ext cx="10729862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Ijtimoiy muhandislik: </a:t>
            </a:r>
            <a:r>
              <a:rPr sz="2400" b="0">
                <a:solidFill>
                  <a:srgbClr val="1B2A4A"/>
                </a:solidFill>
                <a:latin typeface="Segoe UI"/>
              </a:rPr>
              <a:t>insonning ishonuvchanligi, qo‘rquvi yoki qiziqishidan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foydalanib, uni maxfiy ma’lumotni oshkor qilishga yoki zararli harakatga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undash usuli.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XODIMLAR VA FOYDALANUVCHILARNING XAVFSIZLIK MADANIYATI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Madaniyatni shakllantirish yo‘llari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Yangi xodimlar uchun kirish yo‘riqnomasi o‘tkazish.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Muntazam treninglar va o‘quv phishing-sinovlari.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Plakat va eslatmalar: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«Ketayotganda ekranni qulflang!».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Xatoni yashirmay, darhol xabar bergan xodimni rag‘batlantirish.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Ijtimoiy muhandislik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Insonning ishonuvchanligi, qo‘rquvi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qiziqishidan foydalanib, uni maxfiy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ma’lumotni oshkor qilishga yoki zararli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harakatga undash usuli.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Xavfsizlik madaniyati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Xodimlarning xavfsiz ishlashni odatga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aylantirgan, xavflarni tushunadigan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qoidalarga ongli ravishda amal qiladigan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holati.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Xavfsizlik siyosati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Tashkilotda axborotni himoya qilish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bo‘yicha qabul qilingan qoidalar, talablar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mas’uliyatlar majmui.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Xavfsizlik siyosatida qanday masalalar belgilanadi?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Konfidensiallikni qaysi texnik vositalar ta’minlaydi?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Hisobdorlik uchun qanday vosita qo‘llaniladi?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Ijtimoiy muhandislik nima?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Xavfsizlik madaniyatini qanday shakllantirish mumkin?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5-mavzu. Axborot xavfsizligi tamoyillarining amaliy qo‘llanilishi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