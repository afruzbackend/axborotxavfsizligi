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Internet manbalaridagi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tamoyillarini real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vaziyatlarda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Ishonchli axborot manbalarini tanlash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internetdagi xavfsizlik hodisalari haqidagi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maqolalarni tahlil qilish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Tahlil natijalarini taqdimot ko‘rinishida rasmiylashtirish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internetdagi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rasmiy manbalardan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hodisalari haqida ma’lumot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topish, ularni tamoyillar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asosida tahlil qilish va taqdim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etish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ishonchli manbani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soxtasidan farqlaydi,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maqoladagi hodisada buzilgan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tamoyilni aniqlaydi va natijani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qisqa taqdimotda bayon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ISHONCHLI AXBOROT MANBALARINI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Qaysi manbalarga ishonish mumkin?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Internetda axborot xavfsizligi haqida juda ko‘p ma’lumot bor, lekin ularning hammasi ham to‘g‘ri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emas. Rasmiy va ishonchli manbalardan foydalanish kerak.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3541"/>
                <a:gridCol w="984280"/>
                <a:gridCol w="433083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Manba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Manzil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topiladi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O‘zbekiston kompyuter hodisalariga javob berish xizmati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uzcert.uz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Ogohlantirishlar, zaifliklar haqida xabarlar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Kiberxavfsizlik markazi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csec.uz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Tavsiyalar, statistik ma’lumotlar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Qonunchilik ma’lumotlari milliy bazasi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lex.uz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Qonunlar va me’yoriy hujjatlar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Ta’lim portali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ziyonet.uz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 materiallari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ISHONCHLI AXBOROT MANBALARINI TANLASH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Manba ishonchliligi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Sayt rasmiy domenda (gov.uz, uz) va xavfsiz https:// protokolida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Maqola muallifi va e’lon qilingan sanasi ko‘rsatilgan.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Ma’lumot boshqa rasmiy manbalar bilan tasdiqlanadi.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Sarlavhada vahima uyg‘otuvchi so‘zlar («SHOSHILING!», «hamma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ma’lumotingiz o‘g‘irlandi!») yo‘q.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INTERNETDAGI XAVFSIZLIK HODISALARI HAQIDAGI MAQOLALARNI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Manbani ochish.: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Brauzerda uzcert.uz yoki csec.uz saytining «Yangiliklar» yoki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«Ogohlantirishlar» bo‘limini 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Maqola tanlash.: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Oxirgi bir yil ichidagi bitta xavfsizlik hodisasi yoki ogohlantirish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haqidagi maqolani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8657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682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Ishonchlilikni tekshirish.: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Manba ishonchliligi belgilari asosida maqolani baholang.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Tahlil qilish.: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Hodisada qaysi axborot zarar ko‘rgani, qaysi tamoyil buzilgani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sababini aniqlang.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Tavsiyalarni yozish.: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Maqolada berilgan himoya tavsiyalarini o‘z so‘zlaringiz bilan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qisqacha yozing.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INTERNETDAGI XAVFSIZLIK HODISALARI HAQIDAGI MAQOLALARNI TAHLIL QILISH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Qidiruv bo‘yicha maslahatlar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Qidiruv tizimida aniq so‘zlardan foydalaning: «firibgarlik SMS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ogohlantirish», «zaiflik yangilanish Windows». Natijalar ichida reklama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belgisi bor havolalarni tanlamang.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TAHLIL NATIJALARINI TAQDIMOT KO‘RINISHIDA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Taqdimot tayyorlash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Tahlil natijasi 4–5 slayddan iborat qisqa taqdimotga joylanadi: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419"/>
                <a:gridCol w="910923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Slayd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 nomi, manba va sana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Nima sodir bo‘ldi — qisqa tavsif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Buzilgan tamoyil va zaiflik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choralari va tavsiyalar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Xulosa: bizning kompyuter xonamiz uchun saboq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TAHLIL NATIJALARINI TAQDIMOT KO‘RINISHIDA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O‘quvchilar taqdimotni 3 daqiqada himoya qiladi. Baholashda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manbaning ishonchliligi, tamoyilning to‘g‘ri aniqlangani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tavsiyalarning amaliyligi hisobga olinadi. Taqdimotda manba havolasi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albatta ko‘rsatiladi — bu mualliflik huquqiga hurmat belgisidir.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 bo‘yicha qanday rasmiy manbalarni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Manba ishonchliligini qanday belgilar orqali tekshirasiz?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uzcert.uz saytida qanday ma’lumotlar e’lon qilinadi?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vahimali sarlavhali maqolalarga ishonmaslik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Taqdimotda manba havolasini ko‘rsatish nima uchun muhim?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Internet manbalaridagi axborot xavfsizligi tamoyillarini real vaziyatlarda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