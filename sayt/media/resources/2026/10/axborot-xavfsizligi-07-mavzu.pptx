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10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9E2A3A"/>
                </a:solidFill>
                <a:latin typeface="Georgia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AXBOROT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Kiberhujumlar va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ularning ishlash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mexanizmlari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Kiberhujum tushunchasi va hujumchilar turlari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Kiberhujumning bosqichlari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Zararli dasturlar va ularning ishlash mexanizmi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kiberhujum,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hujumchilar turlari, hujum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bosqichlari va zararli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dasturlarning ishlash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mexanizmlarini tushuntirish.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kiberhujum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bosqichlarini ketma-ket aytib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beradi, zararli dastur turlarini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farqlaydi va ularning tarqalish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yo‘llarini izohlaydi.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KIBERHUJUM TUSHUNCHASI VA HUJUMCHILAR TURLARI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Kiberhujum nima?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Xakerlar maqsadiga ko‘ra farqlanadi: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2724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3330"/>
                <a:gridCol w="7905324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Turi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Maqsadi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«Oq shlyapa» (etik xaker)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Tashkilot ruxsati bilan zaifliklarni topib, tuzatishga yordam beradi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«Qora shlyapa»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Ruxsatsiz kirib, pul, ma’lumot yoki shon-shuhrat uchun zarar yetkazadi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«Kulrang shlyapa»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Ruxsatsiz zaiflik topadi, lekin ko‘pincha zarar yetkazmaydi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Haktivist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Siyosiy yoki g‘oyaviy maqsadda hujum qiladi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KIBERHUJUMNING BOSQICHLARI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Hujum bosqichlari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83261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805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0"/>
              </a:lnSpc>
            </a:pPr>
            <a:r>
              <a:rPr sz="2300" b="0">
                <a:solidFill>
                  <a:srgbClr val="3A4560"/>
                </a:solidFill>
                <a:latin typeface="Segoe UI"/>
              </a:rPr>
              <a:t>Aksariyat kiberhujumlar ma’lum ketma-ketlikda amalga oshiriladi. Bu ketma-ketlikni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bilish himoyachiga hujumni erta bosqichda to‘xtatish imkonini beradi.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2406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05786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Razvedka.: </a:t>
            </a:r>
            <a:r>
              <a:rPr sz="2200" b="0">
                <a:solidFill>
                  <a:srgbClr val="1B2A4A"/>
                </a:solidFill>
                <a:latin typeface="Segoe UI"/>
              </a:rPr>
              <a:t>Hujumchi qurbon haqida ma’lumot to‘playdi: xodimlar ismlari, elektron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pochtalar, ishlatiladigan dasturlar.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58563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467354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Qurollanish.: </a:t>
            </a:r>
            <a:r>
              <a:rPr sz="2200" b="0">
                <a:solidFill>
                  <a:srgbClr val="1B2A4A"/>
                </a:solidFill>
                <a:latin typeface="Segoe UI"/>
              </a:rPr>
              <a:t>Zararli fayl yoki soxta sayt tayyorlanadi.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089567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971290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Yetkazish.: </a:t>
            </a:r>
            <a:r>
              <a:rPr sz="2200" b="0">
                <a:solidFill>
                  <a:srgbClr val="1B2A4A"/>
                </a:solidFill>
                <a:latin typeface="Segoe UI"/>
              </a:rPr>
              <a:t>Zararli narsa qurbonga yuboriladi: elektron xat, fleshka, havola.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59350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475226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Ekspluatatsiya.: </a:t>
            </a:r>
            <a:r>
              <a:rPr sz="2200" b="0">
                <a:solidFill>
                  <a:srgbClr val="1B2A4A"/>
                </a:solidFill>
                <a:latin typeface="Segoe UI"/>
              </a:rPr>
              <a:t>Dasturdagi zaiflikdan foydalanib, zararli kod ishga tushiriladi.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09743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979162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O‘rnashish.: </a:t>
            </a:r>
            <a:r>
              <a:rPr sz="2200" b="0">
                <a:solidFill>
                  <a:srgbClr val="1B2A4A"/>
                </a:solidFill>
                <a:latin typeface="Segoe UI"/>
              </a:rPr>
              <a:t>Hujumchi tizimda doimiy qolish uchun yashirin dastur o‘rnatadi.</a:t>
            </a:r>
          </a:p>
        </p:txBody>
      </p:sp>
      <p:sp>
        <p:nvSpPr>
          <p:cNvPr id="49" name="Rectangle 48"/>
          <p:cNvSpPr/>
          <p:nvPr/>
        </p:nvSpPr>
        <p:spPr>
          <a:xfrm rot="2700000">
            <a:off x="841161" y="5601375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5483098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Maqsadga erishish.: </a:t>
            </a:r>
            <a:r>
              <a:rPr sz="2200" b="0">
                <a:solidFill>
                  <a:srgbClr val="1B2A4A"/>
                </a:solidFill>
                <a:latin typeface="Segoe UI"/>
              </a:rPr>
              <a:t>Ma’lumot o‘g‘irlanadi, shifrlanadi yoki tizim ishdan chiqariladi.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ZARARLI DASTURLAR VA ULARNING ISHLASH MEXANIZMI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Zararli dasturlar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5996"/>
                <a:gridCol w="7802658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Turi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Ishlash mexanizmi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Virus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Boshqa fayllarga yozilib oladi, fayl ochilganda ko‘payadi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Chuvalchang (worm)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Tarmoq orqali o‘zi mustaqil tarqaladi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Troyan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Foydali dastur niqobida o‘rnatiladi, yashirin zararli ish qiladi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Shifrlovchi (ransomware)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Fayllarni shifrlab, ochish uchun to‘lov talab qiladi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Josus dastur (spyware)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Foydalanuvchi harakatlari va parollarini yashirincha yig‘adi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ZARARLI DASTURLAR VA ULARNING ISHLASH MEXANIZMI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Tarqalish yo‘llari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Zararli dasturlar ko‘pincha elektron xat ilovalari, noma’lum saytlardan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yuklangan «bepul» dasturlar, fleshkalar va ijtimoiy tarmoqdagi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havolalar orqali tarqaladi. Shuning uchun asosiy himoya —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ehtiyotkorlik, yangilanishlar va antivirus.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208064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Ekspluatatsiya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4936991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Dastur yoki tizimdagi zaiflikdan foydalanib,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uni hujumchi xohlagan amalni bajarishga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majburlash.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208064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Kiberhujum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222500"/>
            <a:ext cx="4936991" cy="130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Kompyuter, tarmoq yoki axborot tizimiga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ruxsatsiz kirish, uni ishdan chiqarish yoki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undagi ma’lumotlarni o‘g‘irlash maqsadida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amalga oshiriladigan…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95439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954398"/>
            <a:ext cx="73152" cy="208064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411899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Xaker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4531740"/>
            <a:ext cx="4936991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Kompyuter tizimlarini chuqur biladigan,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ularning zaifliklarini topa oladigan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mutaxassis.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95439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954398"/>
            <a:ext cx="73152" cy="208064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411899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Zararli dastur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4531740"/>
            <a:ext cx="4936991" cy="130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Foydalanuvchi bilmagan holda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kompyuterga zarar yetkazish, ma’lumot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o‘g‘irlash yoki boshqarishni egallash uchun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yaratilgan dastur.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7-MAVZU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Kiberhujum nima?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Xakerlarning qanday turlari bor?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Kiberhujumning bosqichlarini sanang.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Troyan dasturi virusdan nimasi bilan farq qiladi?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Zararli dasturlar qanday yo‘llar bilan tarqaladi?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7-mavzu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9E2A3A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7-mavzu. Kiberhujumlar va ularning ishlash mexanizmlari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