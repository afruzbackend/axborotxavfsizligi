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Kiberhujumlarning asosiy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turlarini misollar orqali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aniqlash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Kiberhujumlarning asosiy turlari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hujum belgilarini misollar asosida aniqlash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Hujum turini va himoya chorasini jadvalda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rasmiylashtirish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kiberhujum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turlarini tashqi belgilari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bo‘yicha aniqlash va har bir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turga qarshi himoya chorasini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tanlash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phishing, DDoS,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parolni tanlash, MITM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zararli dastur hujumlarini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belgilari bo‘yicha aniqlaydi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mos himoya chorasini taklif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KIBERHUJUMLARNING ASOSIY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hujum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703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Bu turlarning har biri o‘ziga xos belgilar qoldiradi. IT-servis mutaxassisi bu belgilarni erta payqashi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22241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43506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Phishing: </a:t>
            </a:r>
            <a:r>
              <a:rPr sz="1700" b="0">
                <a:solidFill>
                  <a:srgbClr val="1B2A4A"/>
                </a:solidFill>
                <a:latin typeface="Segoe UI"/>
              </a:rPr>
              <a:t>soxta xat, SMS yoki sayt orqali foydalanuvchini aldab, uning login, parol yoki karta ma’lumotlarini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olish.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2142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842514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DDoS hujum: </a:t>
            </a:r>
            <a:r>
              <a:rPr sz="1700" b="0">
                <a:solidFill>
                  <a:srgbClr val="1B2A4A"/>
                </a:solidFill>
                <a:latin typeface="Segoe UI"/>
              </a:rPr>
              <a:t>ko‘plab kompyuterlardan bir vaqtda juda ko‘p so‘rov yuborib, sayt yoki serverni ishlamay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qoldirish.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62042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541522"/>
            <a:ext cx="10729862" cy="32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Brute force: </a:t>
            </a:r>
            <a:r>
              <a:rPr sz="1700" b="0">
                <a:solidFill>
                  <a:srgbClr val="1B2A4A"/>
                </a:solidFill>
                <a:latin typeface="Segoe UI"/>
              </a:rPr>
              <a:t>barcha mumkin bo‘lgan parollarni ketma-ket sinab ko‘rish orqali hisobga kirish.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04308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964178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MITM hujum: </a:t>
            </a:r>
            <a:r>
              <a:rPr sz="1700" b="0">
                <a:solidFill>
                  <a:srgbClr val="1B2A4A"/>
                </a:solidFill>
                <a:latin typeface="Segoe UI"/>
              </a:rPr>
              <a:t>hujumchi ikki tomon o‘rtasiga yashirincha kirib, uzatilayotgan ma’lumotlarni tinglashi yoki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o‘zgartirishi.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74209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663186"/>
            <a:ext cx="10729862" cy="32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SQL in’ektsiya: </a:t>
            </a:r>
            <a:r>
              <a:rPr sz="1700" b="0">
                <a:solidFill>
                  <a:srgbClr val="1B2A4A"/>
                </a:solidFill>
                <a:latin typeface="Segoe UI"/>
              </a:rPr>
              <a:t>sayt formasiga maxsus buyruq yozib, ma’lumotlar bazasidan ruxsatsiz ma’lumot olish.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16474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085842"/>
            <a:ext cx="10729862" cy="32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Lug‘at hujumi: </a:t>
            </a:r>
            <a:r>
              <a:rPr sz="1700" b="0">
                <a:solidFill>
                  <a:srgbClr val="1B2A4A"/>
                </a:solidFill>
                <a:latin typeface="Segoe UI"/>
              </a:rPr>
              <a:t>ko‘p ishlatiladigan parollar ro‘yxati («123456», «qwerty») asosida parolni topishga urinish.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HUJUM BELGILARINI MISOLLAR ASOSIDA ANIQLASH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Hujum belgilari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3884"/>
                <a:gridCol w="311477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Ehtimoliy hujum turi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«Hisobingiz bloklandi, havolaga o‘tib tasdiqlang» degan xat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Phishing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Sayt juda sekin ishlaydi yoki umuman ochilmaydi, serverga minglab…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DDoS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Jurnalda bir hisobga qisqa vaqtda yuzlab muvaffaqiyatsiz kirish…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Brute force / lug‘at hujumi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Ommaviy Wi-Fi’da brauzer «Ulanish xavfsiz emas» deb ogohlantiradi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MITM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Fayllar kengaytmasi o‘zgargan, ekranda to‘lov talabi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Shifrlovchi dastur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AMALIY ISH: HUJUM BELGILARINI MISOLLAR ASOSIDA ANIQLASH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Kartochkalarni o‘rganish.: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Har bir juftlik 6 ta hujum misoli tushirilgan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kartochka oladi.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Belgilarni ajratish.: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Har bir misoldagi shubhali belgilarni tagiga chizib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chiqing.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Turini aniqlash.: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Belgilar jadvali asosida hujum turini aniqlang.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Windows jurnalini ko‘rish.: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O‘qituvchi namoyishida «Просмотр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событий» → «Журналы Windows» → «Безопасность» bo‘limida 4625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kodli (muvaffaqiyatsiz kirish) hodisalarni ko‘ring.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HUJUM TURINI VA HIMOYA CHORASINI JADVALDA RASMIYLASHTIRISH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Natijalar jadvali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072"/>
                <a:gridCol w="4619282"/>
                <a:gridCol w="1639100"/>
                <a:gridCol w="327820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Hujum turi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Qaysi tamoyil buziladi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Bank nomidan SMS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Phishing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Konfidensiallik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Sayt ishlamay qoldi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DDoS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Foydalanuvchanlik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500 ta noto‘g‘ri parol urinishi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Brute force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Konfidensiallik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HUJUM TURINI VA HIMOYA CHORASINI JADVALDA RASMIYLASHTIRISH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Himoya choralari umumlashmasi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Mashg‘ulot oxirida juftliklar jadvallarini almashtirib, bir-birining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javoblarini tekshiradi.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Noma’lum havola va ilovalarni ochmaslik.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Kuchli, uzun parol va ikki bosqichli autentifikatsiya.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555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578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Ommaviy Wi-Fi’da VPN ishlatish.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9451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4474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Dasturlar va operatsion tizimni o‘z vaqtida yangilash.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16347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0137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Muhim fayllarning zaxira nusxasini alohida saqlash.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Brute force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Barcha mumkin bo‘lgan parollarni ketma-ket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sinab ko‘rish orqali hisobga kirish.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23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sz="1900" b="1">
                <a:solidFill>
                  <a:srgbClr val="1B2A4A"/>
                </a:solidFill>
                <a:latin typeface="Georgia"/>
              </a:rPr>
              <a:t>DDoS hujum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78685"/>
            <a:ext cx="4936991" cy="57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3A4560"/>
                </a:solidFill>
                <a:latin typeface="Segoe UI"/>
              </a:rPr>
              <a:t>Ko‘plab kompyuterlardan bir vaqtda juda ko‘p</a:t>
            </a:r>
            <a:br/>
            <a:r>
              <a:rPr sz="1600" b="0">
                <a:solidFill>
                  <a:srgbClr val="3A4560"/>
                </a:solidFill>
                <a:latin typeface="Segoe UI"/>
              </a:rPr>
              <a:t>so‘rov yuborib, sayt yoki serverni ishlamay qoldirish.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Lug‘at hujumi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Ko‘p ishlatiladigan parollar ro‘yxati («123456»,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«qwerty») asosida parolni topishga urinish.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MITM hujum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03574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Hujumchi ikki tomon o‘rtasiga yashirincha kirib,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uzatilayotgan ma’lumotlarni tinglashi yoki o‘zgartirishi.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Phishing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43067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Soxta xat, SMS yoki sayt orqali foydalanuvchini aldab,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uning login, parol yoki karta ma’lumotlarini olish.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3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2000" b="1">
                <a:solidFill>
                  <a:srgbClr val="1B2A4A"/>
                </a:solidFill>
                <a:latin typeface="Georgia"/>
              </a:rPr>
              <a:t>SQL in’ektsiya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72278"/>
            <a:ext cx="4936991" cy="60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</a:pPr>
            <a:r>
              <a:rPr sz="1700" b="0">
                <a:solidFill>
                  <a:srgbClr val="3A4560"/>
                </a:solidFill>
                <a:latin typeface="Segoe UI"/>
              </a:rPr>
              <a:t>Sayt formasiga maxsus buyruq yozib,</a:t>
            </a:r>
            <a:br/>
            <a:r>
              <a:rPr sz="1700" b="0">
                <a:solidFill>
                  <a:srgbClr val="3A4560"/>
                </a:solidFill>
                <a:latin typeface="Segoe UI"/>
              </a:rPr>
              <a:t>ma’lumotlar bazasidan ruxsatsiz ma’lumot olish.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Phishing hujumining asosiy belgilari qanday?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DDoS hujum qaysi tamoyilni buzadi?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Brute force hujumidan qanday himoyalanish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MITM hujumi qayerda ko‘proq uchraydi?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jurnalidagi 4625 kodli hodisa nimani bildiradi?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8-mavzu. Kiberhujumlarning asosiy turlarini misollar orqali aniqlash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