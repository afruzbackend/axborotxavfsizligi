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xavfsizligiga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tahdidlar va ularning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Tahdid tushunchasi va tahdid manbalari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Tahdidlarning tasnifi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Zamonaviy tahdidlar va ularning xususiyatlari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tahdid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tushunchasi, tahdid manbalari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tahdidlarning turli belgilar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tasnifini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tahdidlarni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manbasi, maqsadi va ta’sir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obyekti bo‘yicha tasniflaydi,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ichki va tashqi tahdidlarga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misollar keltiradi.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TAHDID TUSHUNCHASI VA TAHDID MANBALARI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Tahdid, zaiflik va xavf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Oldingi mavzularda tahdid tushunchasi bilan tanishdik. Endi uni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chuqurroq ko‘rib chiqamiz.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Tahdid manbai: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tahdidni yuzaga keltiruvchi inson, tabiat hodisasi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texnik nosozlik.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Xavf: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tahdid zaiflikdan foydalanib amalga oshishi ehtimoli va bunda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yetkaziladigan zarar miqdorining birikmasi.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TAHDID TUSHUNCHASI VA TAHDID MANBALARI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Tahdid manbalari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453"/>
                <a:gridCol w="823020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Manba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Inson (qasddan)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Xaker, firibgar, norozi xodim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Inson (tasodifiy)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faylni o‘chirish, xatni boshqa odamga yuborish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Texnik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Qattiq disk buzilishi, elektr uzilishi, dasturiy xato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Tabiiy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Yong‘in, suv toshqini, zilzila, chaqmoq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TAHDIDLARNING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Tasnif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Tahdidlar turli belgilarga ko‘ra tasniflanadi.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996"/>
                <a:gridCol w="780265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Turlari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Manbaning joylashuvi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Ichki, tashqi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Niyat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Qasddan, tasodifiy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Ta’sir qiladigan tamoyil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Konfidensiallikka, yaxlitlikka, foydalanuvchanlikka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Obyekt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Apparat ta’minoti, dasturiy ta’minot, ma’lumotlar, foydalanuvchi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Tabiati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Tabiiy, sun’iy (inson tomonidan)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ZAMONAVIY TAHDIDLAR VA ULARNING XUSUSIYATLARI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Bugungi kunning dolzarb tahdidlari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Shifrlovchi viruslar: </a:t>
            </a:r>
            <a:r>
              <a:rPr sz="2400" b="0">
                <a:solidFill>
                  <a:srgbClr val="1B2A4A"/>
                </a:solidFill>
                <a:latin typeface="Segoe UI"/>
              </a:rPr>
              <a:t>tashkilotlar fayllarini shifrlab, katta to‘lov talab qiladi.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156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8160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Telefon va SMS orqali firibgarlik: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«bank xodimi» nomidan qo‘ng‘iroq qilib,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karta ma’lumotlari va SMS-kodni so‘rash.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422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819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Soxta ilovalar: </a:t>
            </a:r>
            <a:r>
              <a:rPr sz="2400" b="0">
                <a:solidFill>
                  <a:srgbClr val="1B2A4A"/>
                </a:solidFill>
                <a:latin typeface="Segoe UI"/>
              </a:rPr>
              <a:t>mashhur ilova nomi ostida tarqatiladigan, telefonni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boshqarishni egallaydigan dasturlar.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6881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3479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Ma’lumotlar sizib chiqishi: </a:t>
            </a:r>
            <a:r>
              <a:rPr sz="2400" b="0">
                <a:solidFill>
                  <a:srgbClr val="1B2A4A"/>
                </a:solidFill>
                <a:latin typeface="Segoe UI"/>
              </a:rPr>
              <a:t>saytlardan o‘g‘irlangan login va parollar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internetda tarqatiladi.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954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Deepfake: </a:t>
            </a:r>
            <a:r>
              <a:rPr sz="2400" b="0">
                <a:solidFill>
                  <a:srgbClr val="1B2A4A"/>
                </a:solidFill>
                <a:latin typeface="Segoe UI"/>
              </a:rPr>
              <a:t>sun’iy intellekt yordamida yaratilgan, haqiqiy insonning ovozi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yoki tasviriga o‘xshatilgan soxta video yoki audio.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ZAMONAVIY TAHDIDLAR VA ULARNING XUSUSIYATLARI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IoT qurilmalari tahdidi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Aqlli kameralar, televizorlar, routerlar internetga ulanadi, lekin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ko‘pincha standart parol bilan qoladi. Hujumchilar bunday qurilmalarni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egallab, botnetga qo‘shadi. Shuning uchun har qanday tarmoq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qurilmasi o‘rnatilganda standart parol albatta almashtiriladi.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Deepfake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64080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Sun’iy intellekt yordamida yaratilgan, haqiqiy insonning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ovozi yoki tasviriga o‘xshatilgan soxta video yoki audio.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Ichki tahdid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Tashkilot xodimlari yoki tizimga qonuniy kirish huquqiga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ega shaxslar tomonidan yuzaga keladigan tahdid.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Ma’lumotlar sizib chiqishi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Saytlardan o‘g‘irlangan login va parollar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internetda tarqatiladi.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Shifrlovchi viruslar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Tashkilotlar fayllarini shifrlab, katta to‘lov talab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qiladi.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Soxta ilovalar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Mashhur ilova nomi ostida tarqatiladigan,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telefonni boshqarishni egallaydigan dasturlar.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Tahdid manbai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Tahdidni yuzaga keltiruvchi inson, tabiat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hodisasi yoki texnik nosozlik.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Tahdid, zaiflik va xavf o‘rtasidagi bog‘liqlikni misol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tushuntiring.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Tahdid manbalarining qanday turlari bor?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Ichki tahdid nima uchun xavfliroq?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Deepfake nima va u qanday xavf tug‘diradi?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IoT qurilmalarini himoyalash uchun nima qilish kerak?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9-mavzu. Axborot xavfsizligiga tahdidlar va ularning turlari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