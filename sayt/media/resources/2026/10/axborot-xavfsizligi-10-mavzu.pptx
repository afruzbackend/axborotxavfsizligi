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Xavflarni aniqlash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baholash 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Xavflarni boshqarish jarayoni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Xavflarni baholashning sifat va miqdoriy 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Xavflar matritsasi va xavfga munosabat strategiyalari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xavflarni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aniqlash, ehtimollik va zarar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baholash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xavflar matritsasidan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 usullarini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xavflarni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boshqarish bosqichlarini biladi,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xavflar matritsasi yordamida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 darajasini aniqlaydi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 strategiyani tanlaydi.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XAVFLARNI BOSHQARISH JARAYONI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Xavflarni boshqarish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198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Jarayon quyidagi bosqichlardan iborat: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955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9303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Xavflarni boshqarish: </a:t>
            </a:r>
            <a:r>
              <a:rPr sz="2000" b="0">
                <a:solidFill>
                  <a:srgbClr val="1B2A4A"/>
                </a:solidFill>
                <a:latin typeface="Segoe UI"/>
              </a:rPr>
              <a:t>xavflarni aniqlash, baholash va ularni maqbul darajagacha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kamaytirish choralarini ko‘rishning uzluksiz jarayoni.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921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8958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Aktivlarni aniqlash.: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Nimani himoya qilamiz: server, ma’lumotlar bazasi, xodimlar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kompyuterlari, veb-sayt.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8865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8612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Tahdid va zaifliklarni aniqlash.: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Har bir aktivga qanday tahdidlar bor va qayerda kamchilik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mavjud.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851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8266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Xavfni baholash.: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Ehtimollik va zarar darajasi aniqlanadi.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5662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54092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Choralarni tanlash.: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Xavfni kamaytiruvchi himoya vositalari belgilanadi.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2804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2551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Nazorat va qayta ko‘rib chiqish.: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Vaqti-vaqti bilan baholash yangilanadi.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XAVFLARNI BAHOLASHNING SIFAT VA MIQDORIY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Sifat usuli soddaroq va maktab, kichik ofislar uchun qulay.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85"/>
                <a:gridCol w="4768291"/>
                <a:gridCol w="347687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martalik zarar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 bir marta yuz berganda ko‘riladigan zarar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diskini tiklash — 2 mln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Yillik ehtimollik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Hodisaning bir yilda necha marta yuz berishi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0,5 (ikki yilda bir marta)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Yillik kutilayotgan zarar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Zarar × ehtimollik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mln × 0,5 = 1 mln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XAVFLAR MATRITSASI VA XAVFGA MUNOSABAT STRATEGIYALARI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Xavflar matritsasi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Sifat usulida ehtimollik va zarar 1 dan 3 gacha ball bilan baholanadi. Xavf darajasi = ehtimollik ×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zarar.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3694"/>
                <a:gridCol w="2024274"/>
                <a:gridCol w="2024274"/>
                <a:gridCol w="303641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Ehtimollik \ Zarar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Kichik (1)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O‘rta (2)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Katta (3)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(3)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— o‘rta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—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 — juda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 (2)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— past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— o‘rta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— yuqori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Past (1)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— past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— past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— o‘rta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XAVFLAR MATRITSASI VA XAVFGA MUNOSABAT STRATEGIYALARI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Xavfga munosabat strategiyalari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Kamaytirish.: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Himoya vositasi o‘rnatiladi: antivirus, zaxira nusxa.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Uzatish.: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 boshqa tomonga o‘tkaziladi: sug‘urta, tashqi xizmat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ko‘rsatuvchi.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Qochish.: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Xavfli faoliyatdan voz kechiladi: eskirgan dasturdan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foydalanish to‘xtatiladi.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Qabul qilish.: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 kichik bo‘lsa, uni ongli ravishda qabul qilib, kuzatib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Aktiv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Tashkilot uchun qimmatga ega bo‘lgan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himoya qilinishi kerak bo‘lgan har qanday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resurs.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Miqdoriy usul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 pul yoki son ko‘rinishida hisoblanadi.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Sifat usuli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 darajasi so‘zlar yoki ballar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ifodalanadi: past, o‘rta, yuqori.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Xavflarni boshqarish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Xavflarni aniqlash, baholash va ularni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maqbul darajagacha kamaytirish choralarini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ko‘rishning uzluksiz jarayoni.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Xavflarni boshqarish jarayoni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Aktiv deganda nimani tushunasiz?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Sifat va miqdoriy baholash usullarining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Xavflar matritsasida xavf darajasi qanday hisoblanadi?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Xavfga munosabatning qanday strategiyalari bor?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10-mavzu. Xavflarni aniqlash va baholash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