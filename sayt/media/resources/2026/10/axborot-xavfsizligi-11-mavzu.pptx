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tizimidagi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xavflarni 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tizimidagi zaifliklarni izlash joylari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Windows vositalari yordamida zaifliklarni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aniqlash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Aniqlangan xavflar ro‘yxatini tuzish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Windows’ning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o‘rnatilgan vositalari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yordamida kompyuterdagi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zaifliklar va xavflarni aniqlash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ularni ro‘yxatga olish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foydalanuvchi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hisoblari, ochiq portlar,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avtoyuklanish dasturlari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o‘rnatilgan dasturlarni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tekshiradi, aniqlangan xavflar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ro‘yxatini tuzadi.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KOMPYUTER TIZIMIDAGI ZAIFLIKLARNI IZLASH JOYLARI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Zaifliklar qayerda bo‘ladi?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Kompyuterdagi xavflarni aniqlash uchun tizimning eng ko‘p zaiflik uchraydigan joylari tekshiriladi.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638"/>
                <a:gridCol w="801701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Joy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Ehtimoliy zaiflik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 hisoblari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Parolsiz hisob, keraksiz administrator, faol «Гость» hisobi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Eskirgan, yangilanmagan yoki noma’lum manbadan o‘rnatilgan dasturlar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Avtoyuklanish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 yoqilganda o‘zi ishga tushadigan shubhali dasturlar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Ochiq portlar, umumiy (shared) papkalar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Himoya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O‘chirilgan antivirus yoki firewall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WINDOWS VOSITALARI YORDAMIDA ZAIFLIKLARNI ANIQLASH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335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0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Hech qanday dasturni o‘qituvchi ruxsatisiz o‘chirmang — ba’zi tizim xizmatlari kompyuter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ishlashi uchun zarur.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0138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Hisoblarni ko‘rish.: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Buyruqlar satrida net user buyrug‘ini bering — kompyuterdagi barcha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hisoblar ro‘yxati chiqadi.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6541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707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Avtoyuklanishni tekshirish.: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Ctrl + Shift + Esc bilan Task Manager (Диспетчер задач) ni oching,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«Автозагрузка» bo‘limida noma’lum dasturlarni yozib oling.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12944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0347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Ochiq portlarni ko‘rish.: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netstat -an buyrug‘i ochiq ulanishlar va tinglayotgan (LISTENING)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portlarni ko‘rsatadi.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9347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98822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Umumiy papkalarni ko‘rish.: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net share buyrug‘i tarmoqda ochiq qilingan papkalarni chiqaradi.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4864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539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O‘rnatilgan dasturlarni ko‘rish.: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Sozlamalar → «Приложения» bo‘limida uzoq vaqt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yangilanmagan yoki noma’lum dasturlarni aniqlang.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ANIQLANGAN XAVFLAR RO‘YXATINI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Xavflar ro‘yxati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Aniqlangan har bir kamchilik ro‘yxatga yoziladi va baholanadi.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3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854"/>
                <a:gridCol w="4494436"/>
                <a:gridCol w="3914509"/>
                <a:gridCol w="115985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Aniqlangan holat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Xavf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Daraja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«Гость» hisobi faol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Begona shaxs kirishi mumkin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O‘rta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Avtoyuklanishda noma’lum dastur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Troyan bo‘lishi mumkin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 C umumiy qilingan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Ma’lumotlar sizib chiqishi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ANIQLANGAN XAVFLAR RO‘YXATINI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Xulosa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Amaliy ish oxirida har bir o‘quvchi kamida 3 ta holatni reyestrga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yozadi. Bu reyestr keyingi mashg‘ulotlarda xavflilik darajasini baholash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uchun ishlatiladi.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Xavflar reyestri: </a:t>
            </a:r>
            <a:r>
              <a:rPr sz="2600" b="0">
                <a:solidFill>
                  <a:srgbClr val="1B2A4A"/>
                </a:solidFill>
                <a:latin typeface="Segoe UI"/>
              </a:rPr>
              <a:t>aniqlangan xavflar, ularning darajasi va mas’ul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shaxslar yozilgan jadval.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Avtoyuklanish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Operatsion tizim ishga tushganda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dasturlarning avtomatik ishga tushishi.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Kompyuterdagi dastur tarmoq orqali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ma’lumot qabul qiladigan raqamlangan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«eshik».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Xavflar reyestri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Aniqlangan xavflar, ularning darajasi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mas’ul shaxslar yozilgan jadval.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Kompyuterdagi qaysi joylarda zaiflik ko‘p uchraydi?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net user buyrug‘i nima uchun ishlatiladi?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Avtoyuklanishdagi dasturlarni qayerdan ko‘rish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netstat -an buyrug‘i qanday ma’lumot beradi?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Xavflar reyestriga qanday ma’lumotlar yoziladi?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11-mavzu. Kompyuter tizimidagi xavflarni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