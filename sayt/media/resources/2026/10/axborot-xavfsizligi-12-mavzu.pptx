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11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9E2A3A"/>
                </a:solidFill>
                <a:latin typeface="Georgia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Real holatlar asosida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axborot xavflarini tahlil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qilish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Xavfsizlik hodisasi va uni tahlil qilish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Mashhur kiberhodisalardan saboqlar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Hodisalarga javob berish rejasi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xavfsizlik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hodisalarini tahlil qilish usulini,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real hodisalardan olingan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saboqlarni va hodisaga javob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berish bosqichlarini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xavfsizlik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hodisasining sababi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oqibatini tahlil qiladi, hodisaga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javob berish bosqichlarini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sanaydi va tashkilot uchun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xulosa chiqaradi.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XAVFSIZLIK HODISASI VA UNI TAHLIL QILISH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Xavfsizlik hodisasi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Hodisani tahlil qilishdan maqsad — aybdorni topishgina emas, balki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hodisa nima uchun yuz berganini tushunib, uning takrorlanishiga yo‘l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qo‘ymaslik.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Xavfsizlik hodisasi: </a:t>
            </a:r>
            <a:r>
              <a:rPr sz="2600" b="0">
                <a:solidFill>
                  <a:srgbClr val="1B2A4A"/>
                </a:solidFill>
                <a:latin typeface="Segoe UI"/>
              </a:rPr>
              <a:t>axborotning maxfiyligi, yaxlitligi yoki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foydalanuvchanligi buzilishiga olib kelgan yoki olib kelishi mumkin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bo‘lgan voqea.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XAVFSIZLIK HODISASI VA UNI TAHLIL QILISH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«Besh marta nima uchun» usuli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Hodisaning asl sababini topish uchun ketma-ket «Nima uchun?» savoli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beriladi: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Server ishlamay qoldi. — Nima uchun? Fayllar shifrlangan.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5659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0682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shifrlandi? Xodim xatdagi ilovani ochgan.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02555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87578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ochdi? Xat rahbar nomidan kelgan edi.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59451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44474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ajrata olmadi? Xodimlar phishing bo‘yicha o‘qitilmagan.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16347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01370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zarar katta bo‘ldi? Zaxira nusxa serverning o‘zida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saqlangan.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MASHHUR KIBERHODISALARDAN SABOQLAR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Saboq beruvchi hodisalar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WannaCry hujumida Microsoft zaiflikni tuzatuvchi yangilanishni hujumdan ikki oy oldin chiqargan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edi. Yangilanishni o‘rnatgan tashkilotlar zarar ko‘rmadi.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3486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3352"/>
                <a:gridCol w="4863657"/>
                <a:gridCol w="3361645"/>
              </a:tblGrid>
              <a:tr h="468629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Hodisa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Nima bo‘ldi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Asosiy saboq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WannaCry (2017)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Shifrlovchi chuvalchang 150 dan ortiq davlatda yuz minglab…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Windows yangilanishlarini o‘z vaqtida o‘rnatish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Ma’lumotlar bazalari sizib chiqishi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Saytlardan millionlab login va parollar o‘g‘irlanib, internetga…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Har bir saytga alohida parol, 2FA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Bank nomidan SMS firibgarlik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Fuqarolar soxta havola orqali karta ma’lumotlarini kiritib, pulidan…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SMS-kodni hech kimga aytmaslik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Standart parolli kameralar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Internetga ulangan minglab kameralar botnetga aylantirildi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Qurilma parolini almashtirish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HODISALARGA JAVOB BERISH REJASI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Hodisaga javob berish bosqichlari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6343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Tayyorgarlik.: </a:t>
            </a:r>
            <a:r>
              <a:rPr sz="2200" b="0">
                <a:solidFill>
                  <a:srgbClr val="1B2A4A"/>
                </a:solidFill>
                <a:latin typeface="Segoe UI"/>
              </a:rPr>
              <a:t>Javob berish rejasi tuziladi, mas’ullar belgilanadi, zaxira nusxalar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tayyorlanadi.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62500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0672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Aniqlash.: </a:t>
            </a:r>
            <a:r>
              <a:rPr sz="2200" b="0">
                <a:solidFill>
                  <a:srgbClr val="1B2A4A"/>
                </a:solidFill>
                <a:latin typeface="Segoe UI"/>
              </a:rPr>
              <a:t>Hodisa belgilarini payqash va uning haqiqatan ham xavfsizlik hodisasi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ekanini tasdiqlash.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8657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68294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Cheklash.: </a:t>
            </a:r>
            <a:r>
              <a:rPr sz="2200" b="0">
                <a:solidFill>
                  <a:srgbClr val="1B2A4A"/>
                </a:solidFill>
                <a:latin typeface="Segoe UI"/>
              </a:rPr>
              <a:t>Zararlangan kompyuterni tarmoqdan uzish, tarqalishni to‘xtatish.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9050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872230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Bartaraf etish.: </a:t>
            </a:r>
            <a:r>
              <a:rPr sz="2200" b="0">
                <a:solidFill>
                  <a:srgbClr val="1B2A4A"/>
                </a:solidFill>
                <a:latin typeface="Segoe UI"/>
              </a:rPr>
              <a:t>Zararli dasturni o‘chirish, zaiflikni yopish, parollarni almashtirish.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49444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37616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Tiklash.: </a:t>
            </a:r>
            <a:r>
              <a:rPr sz="2200" b="0">
                <a:solidFill>
                  <a:srgbClr val="1B2A4A"/>
                </a:solidFill>
                <a:latin typeface="Segoe UI"/>
              </a:rPr>
              <a:t>Ma’lumotlarni zaxira nusxadan tiklash va tizimni ishga tushirish.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99837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88010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Xulosa chiqarish.: </a:t>
            </a:r>
            <a:r>
              <a:rPr sz="2200" b="0">
                <a:solidFill>
                  <a:srgbClr val="1B2A4A"/>
                </a:solidFill>
                <a:latin typeface="Segoe UI"/>
              </a:rPr>
              <a:t>Hodisa tahlil qilinib, xavfsizlik siyosatiga o‘zgartirishlar kiritiladi.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HODISALARGA JAVOB BERISH REJASI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Birinchi harakatlar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Oddiy foydalanuvchi kompyuterida g‘alati holat sezsa (fayllar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ochilmaydi, ekranda to‘lov talabi chiqdi), u kompyuterni tarmoqdan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uzishi, hech narsani o‘chirmasligi va darhol IT-mutaxassisga xabar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berishi kerak.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4389882"/>
          </a:xfrm>
          <a:prstGeom prst="roundRect">
            <a:avLst>
              <a:gd name="adj" fmla="val 1666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4389882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Xavfsizlik hodisasi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Axborotning maxfiyligi, yaxlitligi yoki foydalanuvchanligi buzilishiga olib kelgan yoki olib kelishi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mumkin bo‘lgan voqea.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Xavfsizlik hodisasi deganda nimani tushunasiz?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«Besh marta nima uchun» usulining maqsadi nima?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WannaCry hujumidan qanday saboq olish mumkin?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Hodisaga javob berish bosqichlarini sanang.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Kompyuterda shifrlovchi virus belgisi sezilsa, foydalanuvchi nima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qilishi kerak?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9E2A3A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12-mavzu. Real holatlar asosida axborot xavflarini tahlil qilish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