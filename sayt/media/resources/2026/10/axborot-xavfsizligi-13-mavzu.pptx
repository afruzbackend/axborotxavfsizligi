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Tahdidlarni xavflilik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darajasi bo‘yicha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baholash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Xavflilik darajasini baholash mezonlari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xavflar matritsasini elektron jadvalda tuzish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Xavflarni ustuvorlik bo‘yicha saralash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tahdidlarni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ehtimollik va zarar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baholab, elektron jadvalda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xavflar matritsasini tuzish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ustuvor xavflarni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Excel’da xavflar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jadvalini tuzadi, formula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xavf darajasini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hisoblaydi, shartli formatlash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ranglaydi va xavflarni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saralaydi.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XAVFLILIK DARAJASINI BAHOLASH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shkalasi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Xavflilik darajasini baholashda yagona shkala qo‘llaniladi, aks holda turli odamlar bir xil xavfni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turlicha baholaydi.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926"/>
                <a:gridCol w="3381858"/>
                <a:gridCol w="64138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Ball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Ehtimollik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Zarar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Kam: yiliga bir martadan kam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Kichik: ish bir necha daqiqaga to‘xtaydi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O‘rta: yiliga bir necha marta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O‘rta: ish bir kunga to‘xtaydi, ayrim fayllar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Yuqori: har oy yoki tez-tez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Katta: muhim ma’lumotlar yo‘qoladi yoki sizib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XAVFLAR MATRITSASINI ELEKTRON JADVALDA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3637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Formuladagi ajratuvchi belgi (; yoki ,) kompyuterning til sozlamalariga bog‘liq.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994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0954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Jadval tuzish.: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Excel’da ustunlar yarating: A — №, B — Tahdid, C — Ehtimollik, D —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Zarar, E — Xavf darajasi, F — Chora.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4900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3860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Ma’lumot kiritish.: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Xavflar reyestridagi kamida 8 ta tahdidni kiriting va har biriga 1–3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ball qo‘ying.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780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6765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Formula yozish.: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E2 katakka =C2*D2 formulasini yozib, pastga cho‘zing.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6574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5533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Daraja nomini chiqarish.: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G2 katakka =IF(E2&gt;=6;"Yuqori";IF(E2&gt;=3;"O‘rta";"Past"))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formulasini yozing.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947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8439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Shartli formatlash.: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E ustunini belgilab «Условное форматирование» → «Цветовые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шкалы» ni tanlang: yuqori xavflar qizil, past xavflar yashil bo‘ladi.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XAVFLARNI USTUVORLIK BO‘YICHA SARALASH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Saralash va 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Ishni tugatgach, fayl «Xavflar_matritsasi_Familiya.xlsx» nomi bilan saqlanadi va o‘qituvchiga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topshiriladi.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047"/>
                <a:gridCol w="2384145"/>
                <a:gridCol w="1907316"/>
                <a:gridCol w="238414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Tahdid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Ehtimollik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Zarar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Shifrlovchi 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—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buzilishi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— O‘rta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 uzilishi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— O‘rta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Parolsiz Wi-Fi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— Past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Ustuvorlik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Qaysi xavf birinchi navbatda bartaraf etilishi kerakligini ko‘rsatuvchi tartib.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yagona baholash shkalasi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 darajasini Excel’da qaysi formula bilan hisoblaysiz?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Shartli formatlash nima uchun qo‘llaniladi?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Ustuvorlik qanday aniqlanadi?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Darajasi 6 bo‘lgan xavfga qanday munosabatda bo‘linadi?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Tahdidlarni xavflilik darajasi bo‘yicha baholash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