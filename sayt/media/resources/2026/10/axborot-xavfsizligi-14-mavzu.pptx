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Real vaziyatlar asosida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xavflarni tahlil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Kichik tashkilot uchun xavflarni tahlil qilish topshirig‘i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guruhlarda xavflar tahlili hisobotini tayyorlash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Hisobotni himoya qilish va baholash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real tashkilot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misolida aktivlar, tahdidlar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xavflarni kompleks tahlil qilib,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hisobot tayyorlash va uni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qilish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tashkilot aktivlarini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aniqlaydi, xavflarni baholaydi,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rejasini tuzadi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guruh hisobotini taqdim etadi.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KICHIK TASHKILOT UCHUN XAVFLARNI TAHLIL QILISH TOPSHIRIG‘I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Keys: «Tezkor servis» kompyuter ta’mirlash markazi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59207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56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Markazda 6 ta xodim ishlaydi. Ofisda 5 ta kompyuter, 1 ta fayl server, Wi-Fi router,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kassa apparati va videokuzatuv kamerasi bor. Mijozlar ta’mirga noutbuk va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telefonlarini topshiradi. Mijozlar bazasi (ism, telefon, manzil) Excel faylida serverda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saqlanadi.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4835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36524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Barcha xodimlar bitta umumiy hisob va «12345» paroli bilan ishlaydi.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874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6918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Wi-Fi paroli kassada qog‘ozga yozib qo‘yilgan, mijozlarga ham beriladi.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9139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7311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Zaxira nusxa olinmaydi.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953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770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Xodimlar ta’mirdagi qurilmalardagi mijoz fayllarini o‘z fleshkasiga ko‘chirib oladi.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992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809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Kamera standart parol bilan internetga ulangan.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GURUHLARDA XAVFLAR TAHLILI HISOBOTINI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75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256"/>
                <a:gridCol w="4448466"/>
                <a:gridCol w="2224233"/>
                <a:gridCol w="10466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Kamchilik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Tahdid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Tamoyil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Umumiy hisob va «12345»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Ruxsatsiz kirish, hisobdorlik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buzilsa baza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HISOBOTNI HIMOYA QILISH VA BAHOLASH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Hisobotni himoya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guruh 5 daqiqa davomida o‘z hisobotini taqdim etadi va boshqa guruhlarning savollariga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javob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8123"/>
                <a:gridCol w="15605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Baholash mezoni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Ball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Aktivlar to‘liq aniqlangan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Xavflar to‘g‘ri baholangan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choralari aniq va amalga oshirish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Hisobot va taqdimot sifati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HISOBOTNI HIMOYA QILISH VA BAHOLASH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Muhim 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Mijozning shaxsiy fayllarini ruxsatsiz nusxalash — nafaqat xavfsizlik,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balki qonun buzilishi hamdir. «Shaxsga doir ma’lumotlar to‘g‘risida»gi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Qonunga ko‘ra, shaxsiy ma’lumotlarni egasining roziligisiz yig‘ish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tarqatish taqiqlanadi.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Keysdagi markazning asosiy aktivlari nimalar?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Umumiy hisobdan foydalanish qaysi tamoyillarni buzadi?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Kameraning standart paroli qanday xavf tug‘diradi?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Mijoz fayllarini nusxalash qaysi qonunni buzadi?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Hisobot qanday qismlardan iborat bo‘ladi?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Real vaziyatlar asosida xavflarni tahlil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