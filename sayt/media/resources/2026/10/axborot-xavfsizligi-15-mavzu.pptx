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Kuchli parol yaratish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tamoyillari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Parol va uning himoyadagi o‘rni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Kuchsiz parollar va ularni buzish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Kuchli parol yaratish qoidalari va parol menejerlari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parolning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himoyadagi o‘rni, kuchsiz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parollar xavfi, parollarni buzish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usullari va kuchli parol yaratish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kuchsiz va kuchli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parollarni farqlaydi, parol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buzish usullarini izohlaydi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kuchli parol yaratish qoidalarini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qo‘llaydi.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PAROL VA UNING HIMOYADAGI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Login — bu eshik qayerda ekanini ko‘rsatadi, parol esa — eshik kaliti.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Agar kalit oddiy bo‘lsa yoki boshqalarga ma’lum bo‘lsa, eshik qanchalik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mustahkam bo‘lmasin, uni ochish oson.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Parol: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 shaxsini tasdiqlash uchun ishlatiladigan, faqat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unga ma’lum bo‘lgan belgilar ketma-ketligi.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Login: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tizimda foydalanuvchini aniqlovchi nom yoki identifikator.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KUCHSIZ PAROLLAR VA ULARNI BUZISH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Kuchsiz parollar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yili e’lon qilinadigan eng ko‘p ishlatiladigan parollar ro‘yxatining boshida doim bir xil parollar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turadi: «123456», «password», «qwerty», «111111». Bunday parollar bir soniyada topiladi.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043"/>
                <a:gridCol w="3493050"/>
                <a:gridCol w="424156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Kuchsiz parol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uchun xavfli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 raqamlar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123456, 000000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Lug‘atda birinchi turadi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 ketma-ketligi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qwerty, 1q2w3e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Hamma biladi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 ma’lumot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+ tug‘ilgan yil: Ali2007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Ijtimoiy tarmoqdan topiladi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Qisqa parol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belgidan kam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variantlar tez sinaladi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xil parol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Hamma saytda bitta parol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sayt buzilsa, hammasi ochiladi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KUCHSIZ PAROLLAR VA ULARNI BUZISH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Parolni buzish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Lug‘at bo‘yicha tanlash: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mashhur so‘zlar va parollar ro‘yxatini sinash.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To‘liq tanlash (brute force): </a:t>
            </a:r>
            <a:r>
              <a:rPr sz="2600" b="0">
                <a:solidFill>
                  <a:srgbClr val="1B2A4A"/>
                </a:solidFill>
                <a:latin typeface="Segoe UI"/>
              </a:rPr>
              <a:t>barcha belgilar birikmasini sinash; parol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qancha uzun bo‘lsa, shuncha ko‘p vaqt ketadi.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Kredensial to‘ldirish: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boshqa saytdan o‘g‘irlangan login va parolni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yangi saytda sinab ko‘rish.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KUCHLI PAROL YARATISH QOIDALARI VA PAROL MENEJERLARI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Kuchli parol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Uzunligi kamida 12 belgi; qancha uzun bo‘lsa, shuncha yaxshi.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Katta va kichik harflar, raqamlar va maxsus belgilar (! @ # $ %) aralash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ishlatiladi.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Lug‘atdagi so‘z, ism, tug‘ilgan sana va telefon raqami ishlatilmaydi.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muhim hisob uchun alohida parol.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 hech kimga aytilmaydi, qog‘ozga yozib monitorga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yopishtirilmaydi.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KUCHLI PAROL YARATISH QOIDALARI VA PAROL MENEJERLARI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iborasi usuli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Masalan, «Olma7Daraxt!Qor_Kitob» — 21 belgili parol, uni eslab qolish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oson, buzish esa juda qiyin. Yana bir usul — gapning bosh harflari: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«Men 2026-yilda texnikumni a’lo baholarga tugataman!» →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«M2026yta’bt!».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Parol iborasi: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 nechta tasodifiy so‘zdan iborat uzun, lekin eslab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qolish oson parol.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Parol menejeri: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barcha parollarni shifrlangan holda saqlaydigan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yangi kuchli parollar yaratadigan dastur (masalan, Bitwarden, KeePass).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Kredensial to‘ldirish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Boshqa saytdan o‘g‘irlangan login va parolni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yangi saytda sinab ko‘rish.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Login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Tizimda foydalanuvchini aniqlovchi nom yoki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identifikator.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Lug‘at bo‘yicha tanlash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Mashhur so‘zlar va parollar ro‘yxatini sinash.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Parol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Foydalanuvchi shaxsini tasdiqlash uchun ishlatiladigan,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faqat unga ma’lum bo‘lgan belgilar ketma-ketligi.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Parol iborasi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Bir nechta tasodifiy so‘zdan iborat uzun, lekin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eslab qolish oson parol.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Parol menejeri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Barcha parollarni shifrlangan holda saqlaydigan va yangi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kuchli parollar yaratadigan dastur (masalan, Bitwarden,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KeePass).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Login va parolning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parollar kuchsiz hisoblanadi?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Kredensial to‘ldirish hujumi qanday amalga oshiriladi?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Kuchli parolga qanday talablar qo‘yiladi?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 menejeri nima uchun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Kuchli parol yaratish tamoyillari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