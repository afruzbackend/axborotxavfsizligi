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Kuchli parol yaratish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parol xavfsizligini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Parol mustahkamligini baholash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kuchli parol yaratish va mustahkamligini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Windows’da parol siyosatini sozlash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kuchli parol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uning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mustahkamligini hisoblash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tekshirish hamda Windows’da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parol siyosatini sozlash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parol entropiyasini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taxminiy hisoblaydi, parol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generatoridan foydalanadi,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parol sizib chiqqanini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 va mahalliy parol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siyosatini sozlaydi.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PAROL MUSTAHKAMLIGINI BAHOLASH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 qanchalik kuchli?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Parol mustahkamligi uning uzunligi va ishlatilgan belgilar to‘plamiga bog‘liq. Variantlar soni =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belgilar soni ^ uzunlik.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9940"/>
                <a:gridCol w="1910582"/>
                <a:gridCol w="396813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 to‘plami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 soni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8 belgili parol variantlari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raqamlar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 mln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 lotin harflari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~209 mlrd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 + kichik harflar + raqamlar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~218 trln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+ maxsus belgilar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~94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~6 kvadrillion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KUCHLI PAROL YARATISH VA MUSTAHKAMLIGINI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66571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Parollarni hech qachon noma’lum «parolingizni tekshiring» saytlariga kiritmang — ular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parolni o‘g‘irlash uchun yaratilgan bo‘lishi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422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3974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Parol yaratish.: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Parol iborasi usulida 3 ta o‘quv parol tuzing (haqiqiy hisoblaringizda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ishlatmang).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388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3629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Generator bilan yaratish.: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KeePass yoki Bitwarden parol generatorida 16 belgili, barcha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belgi turlari qatnashgan parol yarating.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353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283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Mustahkamlikni tekshirish.: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Parol menejeridagi sifat ko‘rsatkichi (entropiya, bit) ni yozib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oling va o‘z parollaringiz bilan solishtiring.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319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2937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Sizib chiqqanini tekshirish.: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O‘qituvchi namoyishida haveibeenpwned.com saytida o‘quv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elektron pochta manzili ma’lumotlar sizib chiqishida qatnashganini tekshirish ko‘rsatiladi.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WINDOWS’DA PAROL SIYOSATINI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parol siyosati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Pro versiyasida secpol.msc (Локальная политика безопасности) orqali kompyuterdagi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barcha hisoblar uchun parol talablari o‘rnatiladi.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1993"/>
                <a:gridCol w="487666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Tavsiya etiladigan qiymat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Minimal parol uzunligi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Murakkablik talabi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urinishlar chegarasi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Bloklash davomiyligi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 daqiqa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Hisobni bloklash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Belgilangan sonda noto‘g‘ri parol kiritilganda hisobga kirishni vaqtincha to‘xtatish; brute force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hujumiga qarshi samarali chora.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Parol entropiyasi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Parolni taxmin qilish qiyinligini bitlarda ifodalovchi o‘lchov; qancha katta bo‘lsa, parol shuncha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kuchli.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 variantlari soni qanday hisoblanadi?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 entropiyasi nimani ko‘rsatadi?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uzun parol qisqa murakkab paroldan kuchliroq?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secpol.msc orqali qanday sozlamalar o‘rnatiladi?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Hisobni bloklash qaysi hujumga qarshi chora?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16-mavzu. Kuchli parol yaratish va parol xavfsizligini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