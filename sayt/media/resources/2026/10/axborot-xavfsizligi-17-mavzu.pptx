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Autentifikatsiya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avtorizatsiya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tushunchalari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Identifikatsiya, autentifikatsiya va avtorizatsiya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Autentifikatsiya omillari va usullari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Avtorizatsiya modellari va kirish huquqlari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identifikatsiya,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autentifikatsiya va avtorizatsiya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tushunchalari, autentifikatsiya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omillari va kirish huquqlarini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boshqarish modellarini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uchta tushunchani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farqlaydi, autentifikatsiya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omillariga misol keltiradi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avtorizatsiya modellarini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izohlaydi.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IDENTIFIKATSIYA, AUTENTIFIKATSIYA VA AVTORIZATSIYA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Uch bosqich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5189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Tizimga kirish jarayoni uch bosqichdan iborat: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44186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9209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Identifikatsiya: </a:t>
            </a:r>
            <a:r>
              <a:rPr sz="2600" b="0">
                <a:solidFill>
                  <a:srgbClr val="1B2A4A"/>
                </a:solidFill>
                <a:latin typeface="Segoe UI"/>
              </a:rPr>
              <a:t>foydalanuvchining o‘zini tanishtirishi, ya’ni login,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telefon raqami yoki ID kartani ko‘rsatishi.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3348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8371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Autentifikatsiya: </a:t>
            </a:r>
            <a:r>
              <a:rPr sz="2600" b="0">
                <a:solidFill>
                  <a:srgbClr val="1B2A4A"/>
                </a:solidFill>
                <a:latin typeface="Segoe UI"/>
              </a:rPr>
              <a:t>foydalanuvchi haqiqatan ham o‘zi aytgan shaxs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ekanini tekshirish.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2510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7532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Avtorizatsiya: </a:t>
            </a:r>
            <a:r>
              <a:rPr sz="2600" b="0">
                <a:solidFill>
                  <a:srgbClr val="1B2A4A"/>
                </a:solidFill>
                <a:latin typeface="Segoe UI"/>
              </a:rPr>
              <a:t>autentifikatsiyadan o‘tgan foydalanuvchiga tizimda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qanday amallarni bajarish huquqi berilishini aniqlash.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AUTENTIFIKATSIYA OMILLARI VA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Autentifikatsiya omillari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Bir xil omildan ikki marta foydalanish (masalan, parol va maxfiy savol) ko‘p omilli hisoblanmaydi,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chunki ikkalasi ham «bilish» omili.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541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487"/>
                <a:gridCol w="3678396"/>
                <a:gridCol w="561977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Omil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Misollar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Bilish omili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Foydalanuvchi biladigan narsa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Parol, PIN-kod, maxfiy savol javobi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Egalik omili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Foydalanuvchida bor narsa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Telefon (SMS-kod), bank kartasi, USB-kalit, smart-karta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Biometrik omil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Foydalanuvchining o‘ziga xos belgisi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Barmoq izi, yuz tasviri, ko‘z qorachig‘i, ovoz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AVTORIZATSIYA MODELLARI VA KIRISH HUQUQLARI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Kirish huquqlari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Avtorizatsiyada har bir foydalanuvchi yoki guruhga resurslarga nisbatan huquqlar beriladi: o‘qish,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yozish, o‘zgartirish, o‘chirish, ishga tushirish.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886"/>
                <a:gridCol w="2823330"/>
                <a:gridCol w="3576218"/>
                <a:gridCol w="188222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Rol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Elektron jurnal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Baholar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Sozlamalar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O‘quvchi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o‘ziniki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O‘qituvchi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Ko‘rish, yozish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 fanidan qo‘yish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Administrator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To‘liq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To‘liq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To‘liq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AVTORIZATSIYA MODELLARI VA KIRISH HUQUQLARI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Seans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Autentifikatsiyadan so‘ng tizim seans ochadi. Seansni tugatish uchun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«Chiqish» tugmasi bosiladi — ayniqsa umumiy kompyuterlarda bu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juda muhim.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Autentifikatsiya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Foydalanuvchi haqiqatan ham o‘zi aytgan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shaxs ekanini tekshirish.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08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800" b="1">
                <a:solidFill>
                  <a:srgbClr val="1B2A4A"/>
                </a:solidFill>
                <a:latin typeface="Georgia"/>
              </a:rPr>
              <a:t>Avtorizatsiya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64080"/>
            <a:ext cx="4936991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3A4560"/>
                </a:solidFill>
                <a:latin typeface="Segoe UI"/>
              </a:rPr>
              <a:t>Autentifikatsiyadan o‘tgan foydalanuvchiga tizimda</a:t>
            </a:r>
            <a:br/>
            <a:r>
              <a:rPr sz="1500" b="0">
                <a:solidFill>
                  <a:srgbClr val="3A4560"/>
                </a:solidFill>
                <a:latin typeface="Segoe UI"/>
              </a:rPr>
              <a:t>qanday amallarni bajarish huquqi berilishini aniqlash.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Biometrik autentifikatsiya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Insonning takrorlanmas jismoniy yoki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xulq-atvor belgilari asosida shaxsni tasdiqlash.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Identifikatsiya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32783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Foydalanuvchining o‘zini tanishtirishi, ya’ni login,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telefon raqami yoki ID kartani ko‘rsatishi.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Kirish nazorati ro‘yxati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Resurs (fayl, papka) uchun qaysi foydalanuvchi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qanday huquqqa egaligini ko‘rsatuvchi ro‘yxat.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Ko‘p omilli autentifikatsiya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Ikki yoki undan ortiq turli omillardan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birgalikda foydalanish.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Identifikatsiya va autentifikatsiyaning farqi nimada?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Autentifikatsiyaning qanday omillari bor?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Biometrik autentifikatsiyaga misollar keltiring.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Rolga asoslangan kirish nazorati qanday ishlaydi?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Umumiy kompyuterda nima uchun seansdan chiqish kerak?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17-mavzu. Autentifikatsiya va avtorizatsiya tushunchalari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