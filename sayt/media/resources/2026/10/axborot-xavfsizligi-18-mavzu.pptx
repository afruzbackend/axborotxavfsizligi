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Autentifikatsiya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avtorizatsiya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jarayonlarini amalda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ko‘rib chiqish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Windows’da kirish usullari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papkaga kirish huquqlarini (NTFS)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Kirish hodisalarini jurnaldan kuzatish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Windows’da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autentifikatsiya usullarini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sozlash, NTFS ruxsatlari orqali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avtorizatsiyani boshqarish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kirish hodisalarini kuzatish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PIN-kod o‘rnatadi,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papkaga turli foydalanuvchilar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uchun huquq beradi,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huquqlarni sinab ko‘radi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Event Viewer’da kirish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hodisalarini topadi.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WINDOWS’DA KIRISH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Hello va kirish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Windows’da tizimga kirishning bir necha usuli mavjud: parol, PIN-kod,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rasmli parol, barmoq izi va yuz orqali tanish (Windows Hello). Ularni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«Параметры» → «Учётные записи» → «Варианты входа» bo‘limida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sozlash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Windows Hello: </a:t>
            </a:r>
            <a:r>
              <a:rPr sz="2600" b="0">
                <a:solidFill>
                  <a:srgbClr val="1B2A4A"/>
                </a:solidFill>
                <a:latin typeface="Segoe UI"/>
              </a:rPr>
              <a:t>Windows’da PIN-kod, barmoq izi yoki yuz tasviri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orqali tezkor va xavfsiz kirish texnologiyasi.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WINDOWS’DA KIRISH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uchun tayyorgarlik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O‘qituvchi oldindan ikkita o‘quv hisobini yaratadi: «talaba1» (oddiy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foydalanuvchi) va «talaba2» (oddiy foydalanuvchi). Amaliy 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administrator hisobi ostida bajariladi.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AMALIY ISH: PAPKAGA KIRISH HUQUQLARINI (NTFS)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0580"/>
                <a:gridCol w="823807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Ruxsat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Imkoniyat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Чтение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ko‘rish va ochish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Запись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fayl yaratish va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Изменение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O‘qish, yozish va 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Полный доступ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amallar, huquqlarni o‘zgartirish ham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KIRISH HODISALARINI JURNALDAN KUZATISH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Kirish hodisalarini kuzatish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664"/>
                <a:gridCol w="877799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Hodisa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4624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Hisobga muvaffaqiyatli kirish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4625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Kirishga muvaffaqiyatsiz urinish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4634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Seansdan chiqish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4720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foydalanuvchi hisobi yaratildi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KIRISH HODISALARINI JURNALDAN KUZATISH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Amaliy ishda autentifikatsiya (kim kirdi) va avtorizatsiya (nima qila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oladi) qanday ishlashini o‘z ko‘zimiz bilan ko‘rdik, hisobdorlik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jurnallar orqali ta’minlanadi.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Windows Hello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Windows’da PIN-kod, barmoq izi yoki yuz tasviri orqali tezkor va xavfsiz kirish texnologiyasi.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18-MAVZU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Hello qanday kirish usullarini taklif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PIN-kod oddiy paroldan xavfsizroq?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Papkaga kirish huquqi qayerda sozlanadi?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«Чтение» va «Изменение» ruxsatlarining farqi nimada?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Event Viewer’dagi 4625 kodli hodisa nimani bildiradi?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18-mavzu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18-mavzu. Autentifikatsiya va avtorizatsiya jarayonlarini amalda ko‘rib chiqish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