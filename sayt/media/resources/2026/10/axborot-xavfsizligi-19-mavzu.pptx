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Foydalanuvchi hisoblarini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xavfsiz sozlash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 turlari va administrator huquqlari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standart foydalanuvchi hisobini yaratish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UAC va hisob xavfsizligini mustahkamlash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Windows’da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foydalanuvchi hisoblarini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yaratish, turini belgilash,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keraksiz hisoblarni o‘chirish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UAC sozlamalari orqali hisob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xavfsizligini oshirish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standart hisob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yaratadi, administrator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huquqlarini cheklaydi, «Гость»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hisobini o‘chiradi, UAC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darajasini tekshiradi va hisob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 bo‘yicha tavsiyalar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HISOB TURLARI VA ADMINISTRATOR HUQUQLARI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Xavfsizlik qoidasi: kundalik ish standart hisobda bajariladi. Agar foydalanuvchi administrator bo‘lib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ishlasa, u tasodifan ochgan virus ham administrator huquqini 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693"/>
                <a:gridCol w="5821750"/>
                <a:gridCol w="307721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Hisob turi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Imkoniyatlari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ishlatiladi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Administrator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o‘rnatish, tizim sozlamalarini o‘zgartirish, boshqa hisoblarni…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sozlash va ta’mirlash ishlarida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Standart foydalanuvchi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Dasturlardan foydalanish, o‘z sozlamalarini o‘zgartirish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Kundalik ish uchun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Mehmon (Гость)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cheklangan vaqtinchalik kirish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Odatda o‘chirib qo‘yiladi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STANDART FOYDALANUVCHI HISOBINI YARATISH VA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118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Hisob yaratish (grafik usul).: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«Параметры» → «Учётные записи» → «Другие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пользователи» → «Добавить пользователя» → «У меня нет данных для входа...»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→ «Добавить пользователя без…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26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643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Hisob turini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Yaratilgan hisob ustiga bosib, «Изменить тип учётной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записи» bo‘limida «Стандартный пользователь» tanlanganiga ishonch hosil qiling.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442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59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Buyruq orqali yaratish.: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Administrator sifatida ochilgan buyruqlar satrida: net user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xodim2 * /add — parol so‘raladi.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0577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874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Mehmon hisobini o‘chirish.: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net user Гость /active:no (ingliz tilli tizimda Guest).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2097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914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Ro‘yxatni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net localgroup Администраторы buyrug‘i bilan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administratorlar guruhida ortiqcha hisob yo‘qligini tekshiring.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UAC VA HISOB XAVFSIZLIGINI MUSTAHKAMLASH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UAC — foydalanuvchi hisoblarini nazorat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UAC sozlamasini Win + R → UserAccountControlSettings buyrug‘i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bilan ochish mumkin. Slayder kamida ikkinchi pog‘onada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(«Уведомлять только при попытках приложений внести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изменения») bo‘lishi kerak. UAC’ni butunlay o‘chirish tavsiya etilmaydi.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UAC: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 tizimga o‘zgartirish kiritmoqchi bo‘lganda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foydalanuvchidan ruxsat so‘raydigan Windows himoya mexanizmi.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UAC VA HISOB XAVFSIZLIGINI MUSTAHKAMLASH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 xavfsizligi bo‘yicha qo‘shimcha choralar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Ishlatilmayotgan hisoblarni o‘chirish yoki bloklash.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bir xodimga alohida hisob — hisobdorlik uchun.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Ekran qulfining avtomatik yoqilishini sozlash: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«Параметры»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«Персонализация» → «Экран блокировки» → «Заставка»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«Начинать с экрана входа».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Ishdan bo‘shagan xodim hisobini darhol bloklash.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Administrator hisobi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Kompyuterni to‘liq boshqarish huquqiga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ega bo‘lgan hisob.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Standart hisob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Kundalik ish uchun mo‘ljallangan, tizim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sozlamalarini o‘zgartira olmaydigan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cheklangan hisob.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UAC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 tizimga o‘zgartirish kiritmoqchi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bo‘lganda foydalanuvchidan ruxsat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so‘raydigan Windows himoya mexanizmi.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Administrator va standart hisob o‘rtasidagi farq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kundalik ishni standart hisobda bajarish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Buyruqlar satri orqali hisob qanday yaratiladi?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UAC qanday vazifani bajaradi?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Ishdan bo‘shagan xodim hisobi bilan nima qilish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19-mavzu. Foydalanuvchi hisoblarini xavfsiz sozlash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