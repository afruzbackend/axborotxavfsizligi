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Ikki bosqichli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autentifikatsiya va 2FA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usullari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Ikki bosqichli autentifikatsiya tushunchasi va zarurati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2FA usullari: SMS, autentifikator ilovasi, apparat kalit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2FA zaxira kodlari va xavfsiz foydalanish qoidalari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ikki bosqichli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autentifikatsiya tushunchasi,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uning turli usullari,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afzallik va kamchiliklari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zaxira kodlardan foydalanishni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2FA 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ahamiyatini asoslaydi, SMS,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TOTP va apparat kalit usullarini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taqqoslaydi va 2FA dan xavfsiz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foydalanish qoidalarini biladi.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IKKI BOSQICHLI AUTENTIFIKATSIYA TUSHUNCHASI VA ZARURATI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2FA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2FA bilan himoyalangan hisobga kirish uchun hujumchi parolni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bilishining o‘zi yetarli emas: unga sizning telefoningiz yoki kalitingiz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ham kerak bo‘ladi. Shuning uchun parol sizib chiqsa ham, hisob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himoyalanganicha qoladi.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Ikki bosqichli autentifikatsiya (2FA): </a:t>
            </a:r>
            <a:r>
              <a:rPr sz="2600" b="0">
                <a:solidFill>
                  <a:srgbClr val="1B2A4A"/>
                </a:solidFill>
                <a:latin typeface="Segoe UI"/>
              </a:rPr>
              <a:t>tizimga kirishda paroldan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tashqari ikkinchi, boshqa turdagi tasdiq — odatda telefondagi kod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yoki maxsus qurilma talab qilinadigan himoya usuli.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2FA USULLARI: SMS, AUTENTIFIKATOR ILOVASI, APPARAT KALIT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2FA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2" cy="423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209"/>
                <a:gridCol w="3401768"/>
                <a:gridCol w="2682163"/>
                <a:gridCol w="320551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Qanday ishlaydi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Afzalligi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Kamchiligi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SMS-kod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Telefonga bir martalik kod keladi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Oddiy, har qanday telefonda ishlaydi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SIM-karta almashtirish va SMS ushlab qolish xavfi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Autentifikator ilovasi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Ilova har 30 soniyada yangi kod yaratadi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 va aloqasiz ishlaydi, xavfsizroq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Telefon yo‘qolsa, zaxira kod kerak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108775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Push-bildirishnoma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Telefonda «Kirishni tasdiqlaysizmi?» so‘rovi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qulay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Bexosdan «Ha» bosib yuborish mumkin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108775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Apparat kalit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 yoki NFC kalit kompyuterga ulanadi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 ishonchli, phishingdan himoyalaydi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Pullik, yo‘qotish mumkin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2FA ZAXIRA KODLARI VA XAVFSIZ FOYDALANISH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 kodlar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Zaxira kodlar chop etilib yoki yozib olinib, xavfsiz joyda (masalan,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hujjatlar papkasida) saqlanadi. Ularni telefonning o‘zida saqlash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ma’nosiz — telefon yo‘qolsa, kodlar ham yo‘qoladi.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Zaxira kodlar: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telefon yo‘qolganda yoki ishlamaganda hisobga kirish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 oldindan beriladigan bir martalik kodlar to‘plami.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2FA ZAXIRA KODLARI VA XAVFSIZ FOYDALANISH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 foydalanish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SMS-kodni hech kimga, hatto «bank xodimi» yoki «texnik yordam» deb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tanishtirgan shaxsga ham aytmang.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Siz kirmayotgan paytda tasdiqlash so‘rovi kelsa — rad eting va parolni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darhol almashtiring.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Telefonga ekran qulfi qo‘ying, aks holda uni olgan odam kodlarni ham oladi.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6881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03479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Imkon bo‘lsa, SMS o‘rniga autentifikator ilovasidan foydalaning.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0526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7123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Telefon raqamini almashtirsangiz, avval hisoblardagi 2FA sozlamasini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yangilang.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Autentifikator ilovasi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TOTP kodlarini yaratuvchi mobil ilova,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masalan, Google Authenticator yoki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Microsoft Authenticator.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TOTP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Vaqtga asoslangan bir martalik parol;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maxfiy kalit va joriy vaqt asosida har 30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soniyada yangi 6 xonali kod yaratiladi.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Zaxira kodlar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Telefon yo‘qolganda yoki ishlamaganda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hisobga kirish uchun oldindan beriladigan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bir martalik kodlar to‘plami.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2FA nima va u nima uchun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SMS-kod usulining kamchiliklari qanday?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TOTP kodi qanday yaratiladi?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Zaxira kodlar nima uchun kerak va qayerda saqlanadi?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Kirmayotgan paytingizda tasdiqlash so‘rovi kelsa nima qilasiz?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20-mavzu. Ikki bosqichli autentifikatsiya va 2FA usullari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