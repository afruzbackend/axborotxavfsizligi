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Elektron pochta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xizmatlarda 2FA 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2FA ni sozlashga tayyorgarlik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Gmail va Telegram’da ikki bosqichli himoyani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yoqish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Zaxira kodlarni saqlash va 2FA ishlashini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elektron pochta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messenjerlarda ikki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bosqichli autentifikatsiyani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yoqish, autentifikator ilovasini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ulash va zaxira kodlarni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saqlash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Google hisobida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2FA ni yoqadi, autentifikator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ilovasini ulaydi, Telegram’da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bulutli parol o‘rnatadi va zaxira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kodlarni xavfsiz saqlaydi.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2FA NI SOZLASHGA TAYYORGARLIK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Tayyorgarlik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2FA ni yoqishdan oldin quyidagilarga ishonch hosil qilinadi: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 paroli kuchli va boshqa saytlarda takrorlanmaydi.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082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10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Hisobga ulangan telefon raqami hozir ishlatilayotgan raqam.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7978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300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Smartfonda ekran qulfi o‘rnatilgan.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4874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9897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kodlarni yozib olish uchun qog‘oz yoki xavfsiz joy tayyor.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177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679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Bulutli parol: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Telegram’da SMS-koddan keyin qo‘shimcha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so‘raladigan parol; u Telegram’ning ikki bosqichli himoyasi hisoblanadi.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GMAIL VA TELEGRAM’DA IKKI BOSQICHLI HIMOYANI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Google hisobida 2FA ni yoqish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Sozlamalarni ochish.: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myaccount.google.com → «Безопасность»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(Xavfsizlik) bo‘limiga o‘ting.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Ikki bosqichli tekshiruv.: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«Двухэтапная аутентификация» bandini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tanlang va telefon raqamini tasdiqlang.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Autentifikator ulash.: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«Приложение Authenticator» bandida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«Настроить» ni bosing; ekranda QR-kod chiqadi. Telefondagi Google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Authenticator ilovasida «+» → «QR-kodni…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Tasdiqlash.: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Ilovada paydo bo‘lgan 6 xonali kodni saytga kiriting.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GMAIL VA TELEGRAM’DA IKKI BOSQICHLI HIMOYANI YOQISH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Telegram’da himoya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Bulutli parolni o‘rnatish.: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Telegram → «Настройки»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«Конфиденциальность» → «Облачный пароль» → kuchli parol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maslahat (podskazka) kiriting.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Tiklash pochtasini ulash.: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Parol unutilganda tiklash uchun elektron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pochta kiritiladi va tasdiqlanadi.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Faol seanslarni tekshirish.: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«Устройства» bo‘limida begona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qurilmalar bo‘lsa, «Завершить все другие сеансы» ni bosing.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ZAXIRA KODLARNI SAQLASH VA 2FA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 kodlar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Google hisobida «Резервные коды» bandi orqali 10 ta bir martalik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kod olinadi. Ular chop etiladi yoki qog‘ozga yozib, xavfsiz joyda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saqlanadi. Har bir kod faqat bir marta ishlaydi.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ZAXIRA KODLARNI SAQLASH VA 2FA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2FA 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Mashg‘ulot oxirida o‘quvchilar 2FA yoqilgan hisobga kirish qanchalik oddiyligini va himoya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qanchalik oshganini muhokama 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08"/>
                <a:gridCol w="3682971"/>
                <a:gridCol w="2241808"/>
                <a:gridCol w="256206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Xizmat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2FA usuli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Zaxira usuli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(Gmail)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Authenticator ilovasi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ta zaxira kod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Telegram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parol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pochtasi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Instagram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Autentifikator yoki SMS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Uyda sozlanadi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kodlar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Bulutli parol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Telegram’da SMS-koddan keyin qo‘shimcha so‘raladigan parol; u Telegram’ning ikki bosqichli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himoyasi hisoblanadi.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2FA ni yoqishdan oldin nimalarga ishonch hosil qilish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Google hisobida autentifikator ilovasi qanday ulanadi?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Telegram’dagi bulutli parol nima?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Telegram’da begona qurilmani qanday chiqarib yuborish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2FA ishlayotganini qanday tekshirish 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21-mavzu. Elektron pochta va xizmatlarda 2FA ni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