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10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C2562D"/>
                </a:solidFill>
                <a:latin typeface="Georgia"/>
              </a:rPr>
              <a:t>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Internetda xavfsiz ishlash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qoidalari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Internetdagi asosiy xavflar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Xavfsiz ulanish: HTTPS, sertifikat va domen nomi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Internetda xavfsiz ishlashning asosiy qoidalari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internetdagi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asosiy xavflar, xavfsiz ulanish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belgilari va internetda xavfsiz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ishlash qoidalarini tushuntirish.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xavfsiz va xavfli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saytni farqlaydi, HTTPS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sertifikat vazifasini izohlaydi,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internetda xavfsiz ishlash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qoidalariga amal qiladi.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INTERNETDAGI ASOSIY XAVFLAR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Internetdagi xavflar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Internet bilim, aloqa va xizmatlar manbai bo‘lishi bilan birga, unda xavflar ham ko‘p.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2261"/>
                <a:gridCol w="762639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Xavf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Qanday namoyon bo‘ladi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Firibgarlik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Soxta do‘konlar, «yutuq» xabarlari, soxta ish e’lonlari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Zararli dasturlar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«Bepul» dastur yoki o‘yin bilan birga yuklanadigan viruslar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Phishing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Bank, pochta yoki davlat xizmati nomidan soxta saytlar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Shaxsiy ma’lumot sizishi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Anketalar, testlar orqali ma’lumot yig‘ish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Kiberbulling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Internetda haqorat, tahdid, kamsitish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XAVFSIZ ULANISH: HTTPS, SERTIFIKAT VA DOMEN NOMI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HTTPS va sertifikat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Brauzer manzil satrida qulf belgisi yoki «Xavfsiz ulanish» yozuvi HTTPS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ishlayotganini bildiradi. Lekin bu belgi faqat ulanish shifrlanganini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ko‘rsatadi — sayt egasi firibgar bo‘lishi ham mumkin. Firibgarlar ham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bepul sertifikat olishadi.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77917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62940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HTTPS: </a:t>
            </a:r>
            <a:r>
              <a:rPr sz="2600" b="0">
                <a:solidFill>
                  <a:srgbClr val="1B2A4A"/>
                </a:solidFill>
                <a:latin typeface="Segoe UI"/>
              </a:rPr>
              <a:t>brauzer va sayt o‘rtasidagi ma’lumotlarni shifrlab uzatuvchi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xavfsiz protokol.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770795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62102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SSL/TLS sertifikati: </a:t>
            </a:r>
            <a:r>
              <a:rPr sz="2600" b="0">
                <a:solidFill>
                  <a:srgbClr val="1B2A4A"/>
                </a:solidFill>
                <a:latin typeface="Segoe UI"/>
              </a:rPr>
              <a:t>saytning haqiqiyligini tasdiqlovchi va shifrlangan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ulanishni ta’minlovchi raqamli hujjat.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XAVFSIZ ULANISH: HTTPS, SERTIFIKAT VA DOMEN NOMI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Domen nomini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Soxta saytlar haqiqiy sayt nomiga juda o‘xshash domen oladi: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3433169"/>
                <a:gridCol w="514975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Haqiqiy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Soxta (misol)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Farqi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my.gov.uz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my-gov-uz.com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Boshqa domen zonasi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paypal.com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paypa1.com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«l» o‘rniga «1»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google.com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goog1e-login.net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Qo‘shimcha so‘z va raqam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INTERNETDA XAVFSIZ ISHLASHNING ASOSIY QOIDALARI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qoidalar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63435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Parol va karta ma’lumotlarini faqat manzilini o‘zingiz yozgan yoki xatcho‘pdan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ochgan saytga kiriting.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62500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0672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Dasturlarni faqat rasmiy saytlardan va do‘konlardan (Microsoft Store, Google Play)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yuklang.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8657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68294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Brauzer va operatsion tizimni yangilab boring.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9050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872230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Ommaviy Wi-Fi’da bank operatsiyalarini bajarmang yoki VPN’dan foydalaning.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49444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37616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Begona kompyuterda «Parolni saqlash» ni bosmang va ishni tugatgach hisobdan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chiqing.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35601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237734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Shaxsiy ma’lumotlarni (manzil, pasport, telefon) ochiq e’lon qilmang.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HTTPS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Brauzer va sayt o‘rtasidagi ma’lumotlarni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shifrlab uzatuvchi xavfsiz protokol.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3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2000" b="1">
                <a:solidFill>
                  <a:srgbClr val="1B2A4A"/>
                </a:solidFill>
                <a:latin typeface="Georgia"/>
              </a:rPr>
              <a:t>Kiberbulling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193290"/>
            <a:ext cx="4936991" cy="60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3A4560"/>
                </a:solidFill>
                <a:latin typeface="Segoe UI"/>
              </a:rPr>
              <a:t>Internet va messenjerlar orqali insonni muntazam</a:t>
            </a:r>
            <a:br/>
            <a:r>
              <a:rPr sz="1700" b="0">
                <a:solidFill>
                  <a:srgbClr val="3A4560"/>
                </a:solidFill>
                <a:latin typeface="Segoe UI"/>
              </a:rPr>
              <a:t>haqoratlash, qo‘rqitish yoki kamsitish.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Raqamli iz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688968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Inson internetda qoldiradigan barcha ma’lumotlar: postlar,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izohlar, rasmlar, qidiruvlar; ular uzoq yillar saqlanib qolishi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mumkin.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3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2000" b="1">
                <a:solidFill>
                  <a:srgbClr val="1B2A4A"/>
                </a:solidFill>
                <a:latin typeface="Georgia"/>
              </a:rPr>
              <a:t>SSL/TLS sertifikati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32783"/>
            <a:ext cx="4936991" cy="60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3A4560"/>
                </a:solidFill>
                <a:latin typeface="Segoe UI"/>
              </a:rPr>
              <a:t>Saytning haqiqiyligini tasdiqlovchi va shifrlangan</a:t>
            </a:r>
            <a:br/>
            <a:r>
              <a:rPr sz="1700" b="0">
                <a:solidFill>
                  <a:srgbClr val="3A4560"/>
                </a:solidFill>
                <a:latin typeface="Segoe UI"/>
              </a:rPr>
              <a:t>ulanishni ta’minlovchi raqamli hujjat.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Soxta yangilik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Ataylab tarqatiladigan, haqiqatga to‘g‘ri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kelmaydigan yoki buzib ko‘rsatilgan xabar.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Internetdagi asosiy xavflarni sanang.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HTTPS protokoli nimani ta’minlaydi?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Qulf belgisi saytning xavfsizligini to‘liq kafolatlaydimi?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Soxta domenni qanday aniqlash mumkin?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Raqamli iz nima?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C2562D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22-mavzu. Internetda xavfsiz ishlash qoidalari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