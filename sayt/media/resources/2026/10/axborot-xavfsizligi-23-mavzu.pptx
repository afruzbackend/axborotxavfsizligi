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10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C2562D"/>
                </a:solidFill>
                <a:latin typeface="Georgia"/>
              </a:rPr>
              <a:t>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AXBOROT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Internet brauzerlarida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xavfsizlik sozlamalarini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o‘rnatish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Brauzerning xavfsizlik va maxfiylik sozlamalari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ish: Google Chrome xavfsizlik sozlamalarini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o‘rnatish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Kengaytmalar, saqlangan parollar va tarixni boshqarish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O‘quvchilarda brauzerda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 ko‘rish rejimini yoqish,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sayt ruxsatlarini boshqarish,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kengaytmalarni tekshirish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maxfiylik sozlamalarini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o‘rnatish ko‘nikmasini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shakllantirish.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 Chrome’da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kengaytirilgan himoyani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yoqadi, faqat HTTPS rejimini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o‘rnatadi, sayt ruxsatlarini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cheklaydi, shubhali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kengaytmalarni o‘chiradi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xavfsizlik tekshiruvini o‘tkazadi.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BRAUZERNING XAVFSIZLIK VA MAXFIYLIK SOZLAMALARI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Brauzer — himoyaning birinchi chizig‘i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Internetdagi deyarli barcha ishlar brauzer orqali bajariladi, shuning uchun uning sozlamalari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xavfsizlikka bevosita ta’sir qiladi.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758"/>
                <a:gridCol w="7334896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Sozlama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Vazifasi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Xavfsiz ko‘rish (Safe Browsing)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Xavfli va phishing saytlar haqida ogohlantiradi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Faqat HTTPS rejimi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Shifrlanmagan saytlarga kirishdan oldin ogohlantiradi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Sayt ruxsatlari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Kamera, mikrofon, joylashuv, bildirishnomalarga ruxsatni boshqaradi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Cookie fayllar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Uchinchi tomon kuzatuv cookie’larini bloklaydi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Kengaytmalar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Qo‘shimcha dasturlar; ular sahifadagi ma’lumotni o‘qiy oladi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AMALIY ISH: GOOGLE CHROME XAVFSIZLIK SOZLAMALARINI O‘RNATISH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bajarish tartibi (Google Chrome)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4768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370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Sozlamalarni ochish.: </a:t>
            </a:r>
            <a:r>
              <a:rPr sz="2000" b="0">
                <a:solidFill>
                  <a:srgbClr val="1B2A4A"/>
                </a:solidFill>
                <a:latin typeface="Segoe UI"/>
              </a:rPr>
              <a:t>Manzil satriga chrome://settings/security yozing.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21911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116582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Himoya darajasi.: </a:t>
            </a:r>
            <a:r>
              <a:rPr sz="2000" b="0">
                <a:solidFill>
                  <a:srgbClr val="1B2A4A"/>
                </a:solidFill>
                <a:latin typeface="Segoe UI"/>
              </a:rPr>
              <a:t>«Расширенная защита» (Kengaytirilgan himoya) yoki kamida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«Стандартная защита» ni tanlang.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015655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913126"/>
            <a:ext cx="10729862" cy="370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Faqat HTTPS.: </a:t>
            </a:r>
            <a:r>
              <a:rPr sz="2000" b="0">
                <a:solidFill>
                  <a:srgbClr val="1B2A4A"/>
                </a:solidFill>
                <a:latin typeface="Segoe UI"/>
              </a:rPr>
              <a:t>Shu sahifada «Всегда использовать безопасные подключения» ni yoqing.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48707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384550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Sayt ruxsatlari.: </a:t>
            </a:r>
            <a:r>
              <a:rPr sz="2000" b="0">
                <a:solidFill>
                  <a:srgbClr val="1B2A4A"/>
                </a:solidFill>
                <a:latin typeface="Segoe UI"/>
              </a:rPr>
              <a:t>chrome://settings/content sahifasida joylashuv, kamera, mikrofon va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bildirishnomalar uchun «Спрашивать» (so‘rash) rejimini qo‘ying;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28362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181094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Cookie sozlamasi.: </a:t>
            </a:r>
            <a:r>
              <a:rPr sz="2000" b="0">
                <a:solidFill>
                  <a:srgbClr val="1B2A4A"/>
                </a:solidFill>
                <a:latin typeface="Segoe UI"/>
              </a:rPr>
              <a:t>«Сторонние файлы cookie» bo‘limida uchinchi tomon cookie’larini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bloklang.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08016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977638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Xavfsizlik tekshiruvi.: </a:t>
            </a:r>
            <a:r>
              <a:rPr sz="2000" b="0">
                <a:solidFill>
                  <a:srgbClr val="1B2A4A"/>
                </a:solidFill>
                <a:latin typeface="Segoe UI"/>
              </a:rPr>
              <a:t>chrome://settings/safetyCheck sahifasida «Проверить» tugmasini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bosing — brauzer yangilanish, parollar va kengaytmalar holatini tekshiradi.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KENGAYTMALAR, SAQLANGAN PAROLLAR VA TARIXNI BOSHQARISH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Kengaytmalarni tekshirish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chrome://extensions sahifasida o‘rnatilgan kengaytmalar ro‘yxati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ko‘rinadi. Har bir kengaytma uchun savol beriladi: men uni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o‘rnatganmanmi? Hozir kerakmi? Ishonchli ishlab chiquvchimi?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Keraksiz va noma’lum kengaytmalar o‘chiriladi.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KENGAYTMALAR, SAQLANGAN PAROLLAR VA TARIXNI BOSHQARISH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Parollar va tarix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1923"/>
                <a:gridCol w="5706731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Tekshiruv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Natija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Himoya darajasi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Kengaytirilgan / standart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Faqat HTTPS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Yoqilgan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Noma’lum kengaytmalar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O‘chirildi: __ ta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Sizib chiqqan parollar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__ ta (o‘quv hisobida)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208064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Brauzer kengaytmasi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Brauzerga yangi imkoniyat qo‘shuvchi kichik dastur; zararli kengaytma parollar va yozishmalarni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o‘g‘irlashi mumkin.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95439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954398"/>
            <a:ext cx="73152" cy="208064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11899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Cookie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531740"/>
            <a:ext cx="10682313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Sayt brauzerga saqlaydigan kichik ma’lumot fayli; u kirish holatini eslab qoladi, lekin kuzatish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uchun ham ishlatiladi.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Xavfsiz ko‘rish (Safe Browsing) qanday vazifani bajaradi?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Cookie nima va u qanday xavf tug‘diradi?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Sayt ruxsatlari qayerda boshqariladi?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Kengaytmalarni nima uchun tekshirish kerak?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Yashirin rejim nimadan himoya qiladi va nimadan himoya qilmaydi?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23-mavzu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C2562D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23-mavzu. Internet brauzerlarida xavfsizlik sozlamalarini o‘rnatish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