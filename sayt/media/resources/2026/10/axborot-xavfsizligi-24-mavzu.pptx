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Xavfsiz internetdan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 va xavfli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saytlarni 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Xavfli sayt belgilari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saytlarni onlayn xizmatlar yordamida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tekshirish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Sayt xavfsizligini baholash varag‘ini to‘ldirish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xavfli saytlarni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tashqi belgilari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aniqlash va onlayn tekshiruv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xizmatlari yordamida havola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sayt xavfsizligini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baholash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saytning domeni,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sertifikati, yoshi va obro‘sini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tekshiradi, VirusTotal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Google Safe Browsing orqali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havolalarni tahlil qiladi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baholash varag‘ini to‘ldiradi.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XAVFLI SAYT BELGILARI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Xavfli sayt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134"/>
                <a:gridCol w="650952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Manzil haqiqiy saytga juda o‘xshash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Harf almashtirilgan, qo‘shimcha so‘z qo‘shilgan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Juda arzon narxlar, «faqat bugun!»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Firibgar do‘kon belgisi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Darhol karta ma’lumoti so‘raladi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Oldindan to‘lov, aloqa ma’lumotlari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 qalqib chiquvchi oynalar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«Kompyuteringizda virus!» degan soxta ogohlantirishlar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Avtomatik fayl yuklanadi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Siz bosmagan holda.exe fayl yuklanadi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AMALIY ISH: SAYTLARNI ONLAYN XIZMATLAR YORDAMIDA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6675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Tekshirish uchun o‘qituvchi bergan o‘quv havolalaridan foydalaning, shubhali saytlarga ma’lumot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kiritmang.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1959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40686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Havolani ochmasdan tekshirish.: </a:t>
            </a:r>
            <a:r>
              <a:rPr sz="1700" b="0">
                <a:solidFill>
                  <a:srgbClr val="1B2A4A"/>
                </a:solidFill>
                <a:latin typeface="Segoe UI"/>
              </a:rPr>
              <a:t>Havola ustiga sichqonchani olib boring (bosmang!) — brauzerning pastki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chap burchagida haqiqiy manzil ko‘rinadi.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39694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VirusTotal.: </a:t>
            </a:r>
            <a:r>
              <a:rPr sz="1700" b="0">
                <a:solidFill>
                  <a:srgbClr val="1B2A4A"/>
                </a:solidFill>
                <a:latin typeface="Segoe UI"/>
              </a:rPr>
              <a:t>virustotal.com → «URL» bo‘limiga havolani joylab «Поиск» bosing; o‘nlab antivirus dasturlari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natijasi chiqadi.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176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38702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Google Safe Browsing.: </a:t>
            </a:r>
            <a:r>
              <a:rPr sz="1700" b="0">
                <a:solidFill>
                  <a:srgbClr val="1B2A4A"/>
                </a:solidFill>
                <a:latin typeface="Segoe UI"/>
              </a:rPr>
              <a:t>transparencyreport.google.com/safe-browsing/search sahifasida sayt nomini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tekshiring.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61661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537710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Sertifikatni ko‘rish.: </a:t>
            </a:r>
            <a:r>
              <a:rPr sz="1700" b="0">
                <a:solidFill>
                  <a:srgbClr val="1B2A4A"/>
                </a:solidFill>
                <a:latin typeface="Segoe UI"/>
              </a:rPr>
              <a:t>Sayt ochilgan bo‘lsa, manzil satridagi qulf belgisi → «Подключение защищено» →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«Сертификат» orqali kimga berilganini ko‘ring.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1562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36718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Sayt yoshini aniqlash.: </a:t>
            </a:r>
            <a:r>
              <a:rPr sz="1700" b="0">
                <a:solidFill>
                  <a:srgbClr val="1B2A4A"/>
                </a:solidFill>
                <a:latin typeface="Segoe UI"/>
              </a:rPr>
              <a:t>whois xizmatida domen qachon ro‘yxatdan o‘tganini tekshiring — bir necha kun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oldin yaratilgan «bank» sayti shubhali.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SAYT XAVFSIZLIGINI BAHOLASH VARAG‘INI TO‘LDIRISH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Baholash varag‘i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9026"/>
                <a:gridCol w="1479814"/>
                <a:gridCol w="147981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Mezon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Domen haqiqiy tashkilot nomiga to‘liq mos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HTTPS va sertifikat tashkilotga berilgan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Domen 1 yildan ortiq vaqt oldin yaratilgan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VirusTotal’da xavf aniqlanmagan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Kontaktlar, manzil, telefon ko‘rsatilgan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SAYT XAVFSIZLIGINI BAHOLASH VARAG‘INI TO‘LDIRISH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5–6 ta «ha» — sayt ishonchli, 3–4 ta — ehtiyotkorlik bilan foydalanish,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2 va kam — sayt xavfli, undan foydalanmaslik kerak. Xavfli sayt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topilganda Safe Browsing’ga xabar berish (Report phishing) mumkin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— bu boshqa foydalanuvchilarni ham himoya qiladi.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Qalqib chiquvchi oyna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Sayt ochilganda o‘z-o‘zidan paydo bo‘ladigan qo‘shimcha oyna; ko‘pincha reklama yoki soxta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ogohlantirish uchun ishlatiladi.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Tipo-skvotting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Mashhur sayt nomining xato yozilishiga o‘xshash domenni ro‘yxatdan o‘tkazib, adashgan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foydalanuvchilarni aldash.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Xavfli saytning qanday belgilarini bilasiz?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Tipo-skvotting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Havolani ochmasdan haqiqiy manzilini qanday ko‘rish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VirusTotal xizmati qanday ishlaydi?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yangi yaratilgan domen shubha uyg‘otadi?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24-mavzu. Xavfsiz internetdan foydalanish va xavfli saytlarni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