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10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C2562D"/>
                </a:solidFill>
                <a:latin typeface="Georgia"/>
              </a:rPr>
              <a:t>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Shubhali havola, fayl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xabarlarni aniqlash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Phishing va ijtimoiy muhandislik xabarlarining tuzilishi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Shubhali havola va fayllar belgilari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Shubhali xabar olinganda harakatlar tartibi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phishing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xabarlarning tuzilishi, shubhali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havola va fayllar belgilari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hamda bunday xabar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olinganda to‘g‘ri harakat qilish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tartibini tushuntirish.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phishing xabardagi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psixologik usullarni aniqlaydi,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xavfli fayl kengaytmalarini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biladi va shubhali xabarga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to‘g‘ri munosabatda bo‘ladi.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PHISHING VA IJTIMOIY MUHANDISLIK XABARLARINING TUZILISHI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Phishing xabar qanday tuziladi?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Firibgarlar insonning his-tuyg‘ularidan foydalanadi.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1331"/>
                <a:gridCol w="8917323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Usul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Shoshiltirish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«24 soat ichida tasdiqlamasangiz, hisobingiz o‘chiriladi!»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Qo‘rqitish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«Kartangizdan shubhali to‘lov amalga oshirildi»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Ochko‘zlik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«Siz iPhone yutib oldingiz! Yetkazish uchun 20 000 so‘m to‘lang»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Obro‘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«Bank xavfsizlik xizmati», «Soliq qo‘mitasi», «direktor» nomidan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Qiziqish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«Sizning rasmlaringiz shu yerda tarqalmoqda, ko‘ring»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SHUBHALI HAVOLA VA FAYLLAR BELGILARI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Shubhali havola belgilari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Qisqartirilgan havolalar (bit.ly va shu kabilar) — oxirida qayerga olib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borishi ko‘rinmaydi.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Domen tashkilot nomiga mos emas yoki harflar almashtirilgan.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Havolada IP manzil bor: </a:t>
            </a:r>
            <a:r>
              <a:rPr sz="2600" b="0">
                <a:solidFill>
                  <a:srgbClr val="1B2A4A"/>
                </a:solidFill>
                <a:latin typeface="Segoe UI"/>
              </a:rPr>
              <a:t>http://185.23.xx.xx/login.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2446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7469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Havola matni va haqiqiy manzili farq qiladi.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SHUBHALI HAVOLA VA FAYLLAR BELGILARI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Xavfli fayllar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Windows’da fayl kengaytmalari ko‘rinib turishi uchun Explorer’da «Вид» → «Расширения имён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файлов» belgilanadi.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3996"/>
                <a:gridCol w="738465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Kengaytma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Xavf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.exe,.msi,.scr,.bat,.cmd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Dastur — ochilsa darhol ishga tushadi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.js,.vbs,.ps1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Skript — zararli buyruqlarni bajaradi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.docm,.xlsm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Makrosli hujjat — makros yoqilsa, virus ishga tushadi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.zip,.rar parolli arxiv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Antivirus ichini tekshira olmaydi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«hujjat.pdf.exe»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Ikki kengaytma — aslida dastur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SHUBHALI XABAR OLINGANDA HARAKATLAR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Harakatlar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Bank va davlat tashkilotlari hech qachon SMS-kod, karta PIN-kodi yoki CVV kodini telefon orqali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so‘ramaydi.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56048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473706"/>
            <a:ext cx="1072986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To‘xtang.: </a:t>
            </a:r>
            <a:r>
              <a:rPr sz="1800" b="0">
                <a:solidFill>
                  <a:srgbClr val="1B2A4A"/>
                </a:solidFill>
                <a:latin typeface="Segoe UI"/>
              </a:rPr>
              <a:t>Shoshilmang — firibgar aynan shoshilishingizni kutadi.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9939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912618"/>
            <a:ext cx="1072986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Tekshiring.: </a:t>
            </a:r>
            <a:r>
              <a:rPr sz="1800" b="0">
                <a:solidFill>
                  <a:srgbClr val="1B2A4A"/>
                </a:solidFill>
                <a:latin typeface="Segoe UI"/>
              </a:rPr>
              <a:t>Yuboruvchi manzilini, havolani va matnni diqqat bilan ko‘ring.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43831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351530"/>
            <a:ext cx="10729862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Boshqa kanal orqali aniqlang.: </a:t>
            </a:r>
            <a:r>
              <a:rPr sz="1800" b="0">
                <a:solidFill>
                  <a:srgbClr val="1B2A4A"/>
                </a:solidFill>
                <a:latin typeface="Segoe UI"/>
              </a:rPr>
              <a:t>Bank yoki tanishingizga o‘zingiz bilgan rasmiy raqam orqali</a:t>
            </a:r>
            <a:br/>
            <a:r>
              <a:rPr sz="1800" b="0">
                <a:solidFill>
                  <a:srgbClr val="1B2A4A"/>
                </a:solidFill>
                <a:latin typeface="Segoe UI"/>
              </a:rPr>
              <a:t>qo‘ng‘iroq qiling.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16983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083050"/>
            <a:ext cx="1072986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Ochmang.: </a:t>
            </a:r>
            <a:r>
              <a:rPr sz="1800" b="0">
                <a:solidFill>
                  <a:srgbClr val="1B2A4A"/>
                </a:solidFill>
                <a:latin typeface="Segoe UI"/>
              </a:rPr>
              <a:t>Havola va ilovani ochmang, javob yozmang, kodlarni aytmang.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60874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521962"/>
            <a:ext cx="1072986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Xabar bering.: </a:t>
            </a:r>
            <a:r>
              <a:rPr sz="1800" b="0">
                <a:solidFill>
                  <a:srgbClr val="1B2A4A"/>
                </a:solidFill>
                <a:latin typeface="Segoe UI"/>
              </a:rPr>
              <a:t>Ish joyida — IT-bo‘limga, shaxsiy holatda — bankka; xabarni «spam» deb belgilang.</a:t>
            </a:r>
          </a:p>
        </p:txBody>
      </p:sp>
      <p:sp>
        <p:nvSpPr>
          <p:cNvPr id="49" name="Rectangle 48"/>
          <p:cNvSpPr/>
          <p:nvPr/>
        </p:nvSpPr>
        <p:spPr>
          <a:xfrm rot="2700000">
            <a:off x="841161" y="5047655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4960874"/>
            <a:ext cx="10729862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Xato qilgan bo‘lsangiz.: </a:t>
            </a:r>
            <a:r>
              <a:rPr sz="1800" b="0">
                <a:solidFill>
                  <a:srgbClr val="1B2A4A"/>
                </a:solidFill>
                <a:latin typeface="Segoe UI"/>
              </a:rPr>
              <a:t>Darhol parolni almashtiring, bankka qo‘ng‘iroq qilib kartani bloklang,</a:t>
            </a:r>
            <a:br/>
            <a:r>
              <a:rPr sz="1800" b="0">
                <a:solidFill>
                  <a:srgbClr val="1B2A4A"/>
                </a:solidFill>
                <a:latin typeface="Segoe UI"/>
              </a:rPr>
              <a:t>kompyuterni antivirus bilan tekshiring.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Makros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Word yoki Excel hujjati ichiga yozilgan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kichik dastur; zararli makros kompyuterga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virus o‘rnatishi mumkin.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208064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Smishing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22500"/>
            <a:ext cx="4936991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SMS orqali amalga oshiriladigan phishing.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Spear-phishing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453174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Aniq bir shaxs yoki tashkilotga qaratilgan,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oldindan to‘plangan ma’lumotlar asosida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tuzilgan maqsadli phishing.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954398"/>
            <a:ext cx="73152" cy="208064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Vishing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4531740"/>
            <a:ext cx="4936991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Telefon qo‘ng‘irog‘i orqali amalga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oshiriladigan phishing.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Phishing xabarlarda qanday psixologik usullar qo‘llaniladi?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Smishing va vishingning farqi nimada?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Qanday fayl kengaytmalari xavfli?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«hujjat.pdf.exe» fayli nima uchun xavfli?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Shubhali xabar olganda qanday harakat qilish kerak?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C2562D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25-mavzu. Shubhali havola, fayl va xabarlarni aniqlash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