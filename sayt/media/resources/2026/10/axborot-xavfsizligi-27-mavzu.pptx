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Shubhali fayllarni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tekshirish va xavfsizligini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baholash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Fayl xavfsizligini tekshirish usullari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faylni antivirus, VirusTotal va xesh-summa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orqali tekshirish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Fayl xavfsizligi bo‘yicha xulosa chiqarish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shubhali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fayllarni ochmasdan tekshirish: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kengaytma, raqamli imzo,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xesh-summa, antivirus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onlayn xizmatlar yordamida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xavfsizligini baholash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fayl kengaytmasi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raqamli imzosini tekshiradi,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certutil orqali xesh-summani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hisoblaydi, faylni Defender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VirusTotal’da tekshirib, xulosa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yozadi.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FAYL XAVFSIZLIGINI TEKSHIRISH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Tekshirish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6812"/>
                <a:gridCol w="72418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Usul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Nimani ko‘rsatadi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Kengaytmani ko‘rish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turi — hujjat, rasm yoki dastur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Raqamli imzo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kim tomonidan chiqarilgani va o‘zgartirilmagani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Xesh-summa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rasmiy saytdagi asl nusxa bilan bir xilligi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 bilan skanerlash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 zararli dasturlar bor-yo‘qligi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VirusTotal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70 ga yaqin antivirus dasturining xulosasi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AMALIY ISH: FAYLNI ANTIVIRUS, VIRUSTOTAL VA XESH-SUMMA ORQALI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3193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Kengaytmani ko‘rsatish.: </a:t>
            </a:r>
            <a:r>
              <a:rPr sz="1800" b="0">
                <a:solidFill>
                  <a:srgbClr val="1B2A4A"/>
                </a:solidFill>
                <a:latin typeface="Segoe UI"/>
              </a:rPr>
              <a:t>Explorer’da «Вид» → «Показать» → «Расширения имён файлов» ni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yoqing va papkadagi fayllar turini aniqlang.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6345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37667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Raqamli imzoni tekshirish.: </a:t>
            </a:r>
            <a:r>
              <a:rPr sz="1800" b="0">
                <a:solidFill>
                  <a:srgbClr val="1B2A4A"/>
                </a:solidFill>
                <a:latin typeface="Segoe UI"/>
              </a:rPr>
              <a:t>Dastur fayli ustida o‘ng tugma → «Свойства» → «Цифровые подписи»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bo‘limida imzo egasini ko‘ring. Imzo yo‘q bo‘lsa — ehtiyot bo‘ling.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949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819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Xeshni hisoblash.: </a:t>
            </a:r>
            <a:r>
              <a:rPr sz="1800" b="0">
                <a:solidFill>
                  <a:srgbClr val="1B2A4A"/>
                </a:solidFill>
                <a:latin typeface="Segoe UI"/>
              </a:rPr>
              <a:t>Buyruqlar satrida: certutil -hashfile D:\test\setup.exe SHA256 — chiqqan qiymatni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rasmiy saytdagi qiymat bilan solishtiring.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649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3971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Defender bilan skanerlash.: </a:t>
            </a:r>
            <a:r>
              <a:rPr sz="1800" b="0">
                <a:solidFill>
                  <a:srgbClr val="1B2A4A"/>
                </a:solidFill>
                <a:latin typeface="Segoe UI"/>
              </a:rPr>
              <a:t>Fayl ustida o‘ng tugma → «Проверить с помощью Microsoft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Defender».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65801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57123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VirusTotal.: </a:t>
            </a:r>
            <a:r>
              <a:rPr sz="1800" b="0">
                <a:solidFill>
                  <a:srgbClr val="1B2A4A"/>
                </a:solidFill>
                <a:latin typeface="Segoe UI"/>
              </a:rPr>
              <a:t>virustotal.com saytiga faylni yuklang (maxfiy hujjatlarni yuklamang — ular boshqalarga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ko‘rinishi mumkin).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8953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0275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EICAR sinovi.: </a:t>
            </a:r>
            <a:r>
              <a:rPr sz="1800" b="0">
                <a:solidFill>
                  <a:srgbClr val="1B2A4A"/>
                </a:solidFill>
                <a:latin typeface="Segoe UI"/>
              </a:rPr>
              <a:t>O‘qituvchi namoyishida EICAR test fayli yaratiladi va antivirus uni qanday bloklashi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kuzatiladi.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FAYL XAVFSIZLIGI BO‘YICHA XULOSA CHIQARISH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Natijalar jadvali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843"/>
                <a:gridCol w="1980674"/>
                <a:gridCol w="4291462"/>
                <a:gridCol w="198067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Fayl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Haqiqiy turi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Raqamli imzo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Xesh mosligi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setup.exe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Ishonchli ishlab chiquvchi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hisobot.pdf.exe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eicar.com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Test fayli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FAYL XAVFSIZLIGI BO‘YICHA XULOSA CHIQARISH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Xulosa chiqarish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Bitta usulning o‘zi yetarli emas. Masalan, yangi chiqqan zararli dasturni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antiviruslar hali bilmasligi mumkin, shuning uchun imzo va manba ham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tekshiriladi. Shubha qolsa, fayl ochilmaydi.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Karantin: </a:t>
            </a:r>
            <a:r>
              <a:rPr sz="2600" b="0">
                <a:solidFill>
                  <a:srgbClr val="1B2A4A"/>
                </a:solidFill>
                <a:latin typeface="Segoe UI"/>
              </a:rPr>
              <a:t>antivirus aniqlagan shubhali faylni yopiq joyga ko‘chirib,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ishga tushishiga yo‘l qo‘ymaydigan himoya holati.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EICAR test fayli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Antivirus ishlashini tekshirish uchun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yaratilgan, mutlaqo zararsiz, lekin barcha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antiviruslar «virus» deb aniqlaydigan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maxsus fayl.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Karantin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Antivirus aniqlagan shubhali faylni yopiq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joyga ko‘chirib, ishga tushishiga yo‘l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qo‘ymaydigan himoya holati.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Raqamli imzo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Dastur ishlab chiqaruvchisi tomonidan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qo‘yiladigan, faylning muallifi va yaxlitligini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tasdiqlovchi kriptografik belgi.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Xesh-summa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Fayl tarkibidan maxsus algoritm bilan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hisoblanadigan qisqa qiymat; faylda bitta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belgi o‘zgarsa ham, xesh butunlay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boshqacha bo‘ladi.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Xesh-summa nima va u nima uchun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Dasturning raqamli imzosini qanday tekshirish 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certutil buyrug‘i qanday ishlatiladi?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EICAR test fayli nima uchun yaratilgan?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maxfiy hujjatni VirusTotal’ga yuklash tavsiya etilmaydi?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27-mavzu. Shubhali fayllarni tekshirish va xavfsizligini baholash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