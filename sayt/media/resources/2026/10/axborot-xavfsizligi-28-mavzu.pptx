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Tarmoqda ma’lumotlarni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himoya qilish usullari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Tarmoqdagi tahdidlar va himoya darajalari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Tarmoqlararo ekran, VPN va tarmoqni segmentlash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 uzatishni shifrlash protokollari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tarmoqdagi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tahdidlar, tarmoqlararo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ekran, VPN, segmentlash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shifrlash protokollari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himoya qilish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tarmoq tahdidlarini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sanaydi, firewall va VPN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vazifasini izohlaydi, xavfsiz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bo‘lmagan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protokollarni farqlaydi.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TARMOQDAGI TAHDIDLAR VA HIMOYA DARAJALARI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Tarmoqdagi tahdidlar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tarmoqlari va IT-servis mutaxassisi uchun tarmoq xavfsizligi asosiy vazifalardan biri.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Lokal tarmoqda bir kompyuter zararlansa, virus qolgan kompyuterlarga ham tarqalishi mumkin.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2156"/>
                <a:gridCol w="770649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Tahdid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Trafikni tinglash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Shifrlanmagan ma’lumotlarni tarmoqdan ushlab o‘qish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Ruxsatsiz ulanish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Begona qurilmaning tarmoqqa ulanishi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Portlarni skanerlash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Hujumchi ochiq xizmatlarni izlaydi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Soxta kirish nuqtasi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Haqiqiy Wi-Fi nomiga o‘xshash tuzoq tarmoq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Chuvalchanglar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orqali kompyuterdan kompyuterga tarqalish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TARMOQLARARO EKRAN, VPN VA TARMOQNI SEGMENTLASH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628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35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Masalan, texnikumda buxgalteriya, o‘quv xonalari va mehmon Wi-Fi alohida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VLAN’larga ajratiladi: mehmon tarmog‘idagi qurilma buxgalteriya serveriga kira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olmaydi.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04638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3598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Tarmoqlararo ekran: </a:t>
            </a:r>
            <a:r>
              <a:rPr sz="2100" b="0">
                <a:solidFill>
                  <a:srgbClr val="1B2A4A"/>
                </a:solidFill>
                <a:latin typeface="Segoe UI"/>
              </a:rPr>
              <a:t>oldindan belgilangan qoidalar asosida tarmoq trafikini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filtrlaydigan, ruxsat etilmagan ulanishlarni bloklaydigan dasturiy yoki apparat vosita…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54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6504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VPN: </a:t>
            </a:r>
            <a:r>
              <a:rPr sz="2100" b="0">
                <a:solidFill>
                  <a:srgbClr val="1B2A4A"/>
                </a:solidFill>
                <a:latin typeface="Segoe UI"/>
              </a:rPr>
              <a:t>ochiq tarmoq ustida shifrlangan «tunnel» yaratib, ma’lumotlarni begona ko‘zdan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himoyalovchi virtual xususiy tarmoq.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0450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9409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Tarmoqni segmentlash: </a:t>
            </a:r>
            <a:r>
              <a:rPr sz="2100" b="0">
                <a:solidFill>
                  <a:srgbClr val="1B2A4A"/>
                </a:solidFill>
                <a:latin typeface="Segoe UI"/>
              </a:rPr>
              <a:t>tarmoqni alohida qismlarga (masalan, VLAN) bo‘lish; bir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qismdagi muammo boshqasiga tarqalmaydi.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53355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423154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VLAN: </a:t>
            </a:r>
            <a:r>
              <a:rPr sz="2100" b="0">
                <a:solidFill>
                  <a:srgbClr val="1B2A4A"/>
                </a:solidFill>
                <a:latin typeface="Segoe UI"/>
              </a:rPr>
              <a:t>bitta fizik kommutator ichida mantiqiy ajratilgan alohida virtual tarmoqlar.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TARMOQLARARO EKRAN, VPN VA TARMOQNI SEGMENTLASH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qurilmalari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Router va kommutatorlarning standart parollari almashtiriladi.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Qurilma dasturi (proshivka) yangilanadi.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Ishlatilmaydigan portlar o‘chiriladi.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Boshqaruv paneliga faqat ichki tarmoqdan kirishga ruxsat beriladi.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MA’LUMOT UZATISHNI SHIFRLASH PROTOKOLLARI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va xavfsiz bo‘lmagan protokollar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Telnet va FTP’da parollar ochiq matn ko‘rinishida uzatiladi — trafikni tinglagan har kim ularni o‘qiy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oladi. Shuning uchun zamonaviy tarmoqlarda ularning o‘rniga shifrlangan protokollar ishlatiladi.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1662"/>
                <a:gridCol w="3448496"/>
                <a:gridCol w="344849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Xavfsiz bo‘lmagan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Xavfsiz o‘rinbosar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Veb-saytlar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 (80-port)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HTTPS (443-port)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Masofadan boshqarish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Telnet (23-port)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SSH (22-port)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uzatish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FTP (21-port)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SFTP, FTPS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Pochta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POP3/IMAP shifrsiz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IMAPS, SMTP + TLS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Wi-Fi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WEP, ochiq tarmoq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WPA2, WPA3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SSH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93290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Tarmoq qurilmalari va serverlarni masofadan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shifrlangan ulanish orqali boshqarish protokoli.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Sniffer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Tarmoq trafikini ushlab, tahlil qiluvchi dastur; administrator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uchun diagnostika vositasi, hujumchi uchun josuslik quroli.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TLS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Internetda ma’lumotlarni shifrlab uzatuvchi protokol;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HTTPS, xavfsiz pochta va boshqa xizmatlar asosida ishlaydi.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Tarmoqlararo ekran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Oldindan belgilangan qoidalar asosida tarmoq trafikini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filtrlaydigan, ruxsat etilmagan ulanishlarni bloklaydigan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dasturiy yoki apparat vosita…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Tarmoqni segmentlash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43067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Tarmoqni alohida qismlarga (masalan, VLAN) bo‘lish; bir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qismdagi muammo boshqasiga tarqalmaydi.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Trafik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Tarmoq orqali uzatilayotgan ma’lumotlar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oqimi.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Tarmoqdagi asosiy tahdidlarni sanang.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Tarmoqlararo ekran qanday ishlaydi?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VPN qanday hollarda ishlatiladi?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Tarmoqni segmentlash nima uchun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Telnet o‘rniga SSH ishlatiladi?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28-mavzu. Tarmoqda ma’lumotlarni himoya qilish usullari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