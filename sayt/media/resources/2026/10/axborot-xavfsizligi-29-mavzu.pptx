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9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Tarmoqdagi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ma’lumotlarni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himoyalash usullarini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qo‘llash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Windows Defender tarmoqlararo ekranini sozlash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firewall qoidalarini yaratish va tekshirish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 ulashish va tarmoq profilini xavfsiz sozlash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Windows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tarmoqlararo ekranini sozlash,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kiruvchi va chiquvchi qoidalar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yaratish, tarmoq profilini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tanlash va umumiy ulashishni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sozlash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firewall holatini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tekshiradi, ping’ni bloklovchi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ruxsat beruvchi qoida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yaratadi, natijani ping orqali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sinaydi, tarmoq profilini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«Общедоступная» qiladi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keraksiz ulashishni o‘chiradi.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WINDOWS DEFENDER TARMOQLARARO EKRANINI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 profillari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 har bir tarmoqqa profil beradi va firewall qoidalari profilga qarab ishlaydi.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553"/>
                <a:gridCol w="3387996"/>
                <a:gridCol w="517610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Profil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 tanlanadi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Xususiyati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Частная (Xususiy)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Uy yoki ishonchli ofis tarmog‘i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tarmoqda ko‘rinadi, fayl ulashish mumkin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Общедоступная (Ommaviy)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Kafe, aeroport, mehmonxona Wi-Fi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boshqalarga ko‘rinmaydi, ulashish o‘chirilgan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Домен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Tashkilot domeniga ulangan kompyuter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Administrator siyosati bo‘yicha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FIREWALL QOIDALARINI YARATISH VA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3981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Firewall holati.: </a:t>
            </a:r>
            <a:r>
              <a:rPr sz="1900" b="0">
                <a:solidFill>
                  <a:srgbClr val="1B2A4A"/>
                </a:solidFill>
                <a:latin typeface="Segoe UI"/>
              </a:rPr>
              <a:t>Win + R → wf.msc — «Монитор брандмауэра Защитника Windows» oynasi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ochiladi. Barcha profillarda holat «Включен» ekanini tekshiring.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0384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091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Ping sinovi.: </a:t>
            </a:r>
            <a:r>
              <a:rPr sz="1900" b="0">
                <a:solidFill>
                  <a:srgbClr val="1B2A4A"/>
                </a:solidFill>
                <a:latin typeface="Segoe UI"/>
              </a:rPr>
              <a:t>Qo‘shni kompyuterning IP manzilini ipconfig bilan aniqlang va ping 192.168.1.X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buyrug‘ini bering.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6787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73222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Bloklovchi qoida.: </a:t>
            </a:r>
            <a:r>
              <a:rPr sz="1900" b="0">
                <a:solidFill>
                  <a:srgbClr val="1B2A4A"/>
                </a:solidFill>
                <a:latin typeface="Segoe UI"/>
              </a:rPr>
              <a:t>wf.msc → «Правила для входящих подключений» → «Создать правило» →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«Настраиваемые» → protokol: ICMPv4 → harakat: «Блокировать подключение» → nom…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319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3725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Qayta sinash.: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Qo‘shni kompyuterdan ping yuboring — javob kelmasligi («Превышен интервал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ожидания») kerak.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9594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0128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Qoidani o‘chirish.: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Sinovdan keyin «Ping blok» qoidasini o‘chiring yoki faolsizlantiring.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511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56454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Buyruq orqali.: </a:t>
            </a:r>
            <a:r>
              <a:rPr sz="1900" b="0">
                <a:solidFill>
                  <a:srgbClr val="1B2A4A"/>
                </a:solidFill>
                <a:latin typeface="Segoe UI"/>
              </a:rPr>
              <a:t>netsh advfirewall show allprofiles buyrug‘i barcha profillar holatini chiqaradi.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TARMOQ ULASHISH VA TARMOQ PROFILINI XAVFSIZ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Ulashishni xavfsiz sozlash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2924"/>
                <a:gridCol w="214573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Tekshiruv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Firewall barcha profillarda yoqilgan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Ping blok qoidasi ishladi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profili to‘g‘ri tanlangan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Keraksiz ulashish o‘chirildi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Tarmoq profili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Windows’da tarmoqning ishonchlilik darajasini belgilovchi va shunga mos xavfsizlik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sozlamalarini qo‘llovchi parametr.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Windows’da qanday tarmoq profillari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Kafe Wi-Fi’ida qaysi profilni tanlash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wf.msc orqali qanday ishlar bajariladi?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Ping’ni bloklovchi qoida qanday yaratiladi?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Ulashilgan papkaga huquq berishda qanday xato qilinmasligi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29-mavzu. Tarmoqdagi ma’lumotlarni himoyalash usullarini qo‘llash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