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10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24508F"/>
                </a:solidFill>
                <a:latin typeface="Georgia"/>
              </a:rPr>
              <a:t>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AXBOROT XAVFSIZLIGI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752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Wi-Fi tarmog‘i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xavfsizligini tekshirish va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sozlash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3467735"/>
            <a:ext cx="1097280" cy="5486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787774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417842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48970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tumani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Wi-Fi xavfsizlik standartlari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ish: Wi-Fi routerni xavfsiz sozlash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Ulangan qurilmalarni tekshirish va mehmon tarmog‘i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24508F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O‘quvchilarda Wi-Fi routerning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boshqaruv paneliga kirish,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standart parolni almashtirish,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WPA2/WPA3 shifrlashni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yoqish, WPS’ni o‘chirish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ulangan qurilmalarni tekshirish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ko‘nikmasini shakllantirish.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2745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routerni xavfsiz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sozlaydi, kuchli Wi-Fi paroli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o‘rnatadi, ulangan qurilmalar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ro‘yxatini tahlil qiladi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mehmon tarmog‘ini yaratadi.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1-REJA · WI-FI XAVFSIZLIK STANDARTLARI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Wi-Fi shifrlash standartlari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35108"/>
                <a:gridCol w="3011552"/>
                <a:gridCol w="5081994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Standart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Holati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Izoh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Ochiq tarmoq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Xavfli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Ma’lumotlar shifrlanmaydi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WEP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Eskirgan, xavfli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Bir necha daqiqada buziladi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WPA (TKIP)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Eskirgan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Ishlatilmasligi kerak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WPA2-PSK (AES)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Xavfsiz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Eng keng tarqalgan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WPA3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Eng xavfsiz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Yangi qurilmalarda mavjud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2-REJA · AMALIY ISH: WI-FI ROUTERNI XAVFSIZ SOZLASH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Ishni bajarish tartibi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841161" y="1755561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1645158"/>
            <a:ext cx="10729862" cy="1069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Panelga kirish.: </a:t>
            </a:r>
            <a:r>
              <a:rPr sz="2100" b="0">
                <a:solidFill>
                  <a:srgbClr val="1B2A4A"/>
                </a:solidFill>
                <a:latin typeface="Segoe UI"/>
              </a:rPr>
              <a:t>Noutbukni routerga kabel yoki Wi-Fi orqali ulang. Brauzerda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192.168.0.1 yoki 192.168.1.1 manzilini oching (aniq manzil router tagidagi yorliqda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yoki…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925993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815590"/>
            <a:ext cx="10729862" cy="728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Administrator parolini almashtirish.: </a:t>
            </a:r>
            <a:r>
              <a:rPr sz="2100" b="0">
                <a:solidFill>
                  <a:srgbClr val="1B2A4A"/>
                </a:solidFill>
                <a:latin typeface="Segoe UI"/>
              </a:rPr>
              <a:t>«Система» → «Пароль» bo‘limida standart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«admin/admin» parolini kuchli parolga almashtiring.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75504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644646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SSID nomi.: </a:t>
            </a:r>
            <a:r>
              <a:rPr sz="2100" b="0">
                <a:solidFill>
                  <a:srgbClr val="1B2A4A"/>
                </a:solidFill>
                <a:latin typeface="Segoe UI"/>
              </a:rPr>
              <a:t>Tarmoq nomida familiya, manzil yoki router modelini ko‘rsatmang.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424272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4132326"/>
            <a:ext cx="10729862" cy="728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Shifrlash.: </a:t>
            </a:r>
            <a:r>
              <a:rPr sz="2100" b="0">
                <a:solidFill>
                  <a:srgbClr val="1B2A4A"/>
                </a:solidFill>
                <a:latin typeface="Segoe UI"/>
              </a:rPr>
              <a:t>«Беспроводной режим» → «Защита» → WPA2-PSK (AES) yoki WPA3 ni</a:t>
            </a:r>
            <a:br/>
            <a:r>
              <a:rPr sz="2100" b="0">
                <a:solidFill>
                  <a:srgbClr val="1B2A4A"/>
                </a:solidFill>
                <a:latin typeface="Segoe UI"/>
              </a:rPr>
              <a:t>tanlang, kamida 12 belgili parol kiriting.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5071785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961382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WPS’ni o‘chirish.: </a:t>
            </a:r>
            <a:r>
              <a:rPr sz="2100" b="0">
                <a:solidFill>
                  <a:srgbClr val="1B2A4A"/>
                </a:solidFill>
                <a:latin typeface="Segoe UI"/>
              </a:rPr>
              <a:t>«WPS» bo‘limida funksiyani «Отключить».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5559465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5449062"/>
            <a:ext cx="10729862" cy="387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88"/>
              </a:lnSpc>
            </a:pPr>
            <a:r>
              <a:rPr sz="2100" b="1">
                <a:solidFill>
                  <a:srgbClr val="1B2A4A"/>
                </a:solidFill>
                <a:latin typeface="Segoe UI"/>
              </a:rPr>
              <a:t>Masofaviy boshqaruv.: </a:t>
            </a:r>
            <a:r>
              <a:rPr sz="2100" b="0">
                <a:solidFill>
                  <a:srgbClr val="1B2A4A"/>
                </a:solidFill>
                <a:latin typeface="Segoe UI"/>
              </a:rPr>
              <a:t>«Удалённое управление» o‘chirilganligini tekshiring.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ULANGAN QURILMALARNI TEKSHIRISH VA MEHMON TARMOG‘I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Ulangan qurilmalar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41046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383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Routerning «DHCP» → «Список клиентов» yoki «Статистика»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bo‘limida tarmoqqa ulangan barcha qurilmalar ko‘rinadi: nomi, IP va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MAC manzili.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3333409"/>
            <a:ext cx="109901" cy="10990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3183636"/>
            <a:ext cx="10729862" cy="891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28"/>
              </a:lnSpc>
            </a:pPr>
            <a:r>
              <a:rPr sz="2600" b="1">
                <a:solidFill>
                  <a:srgbClr val="1B2A4A"/>
                </a:solidFill>
                <a:latin typeface="Segoe UI"/>
              </a:rPr>
              <a:t>MAC manzil: </a:t>
            </a:r>
            <a:r>
              <a:rPr sz="2600" b="0">
                <a:solidFill>
                  <a:srgbClr val="1B2A4A"/>
                </a:solidFill>
                <a:latin typeface="Segoe UI"/>
              </a:rPr>
              <a:t>tarmoq qurilmasiga ishlab chiqaruvchi tomonidan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berilgan noyob jismoniy manzil.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3-REJA · ULANGAN QURILMALARNI TEKSHIRISH VA MEHMON TARMOG‘I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Mehmon tarmog‘i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Routerning «Гостевая сеть» bo‘limida mehmon tarmog‘i yoqiladi, alohida parol qo‘yiladi va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«Доступ к локальной сети» o‘chiriladi.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73576"/>
                <a:gridCol w="1589430"/>
                <a:gridCol w="5165648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Sozlama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Oldin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Keyin</a:t>
                      </a:r>
                    </a:p>
                  </a:txBody>
                  <a:tcPr marL="109728" marR="109728" marT="73152" marB="73152">
                    <a:solidFill>
                      <a:srgbClr val="24508F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Administrator paroli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admin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Kuchli parol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Shifrlash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WPA2-AES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WPS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Yoqilgan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O‘chirilgan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Mehmon tarmog‘i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Yo‘q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Alohida, izolyatsiyalangan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208064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MAC manzil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22500"/>
            <a:ext cx="4936991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Tarmoq qurilmasiga ishlab chiqaruvchi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tomonidan berilgan noyob jismoniy manzil.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208064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Mehmon tarmog‘i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222500"/>
            <a:ext cx="4936991" cy="130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Mehmonlar uchun alohida SSID bilan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yaratiladigan, asosiy tarmoqdagi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kompyuterlarga kirish imkoni yo‘q Wi-Fi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tarmog‘i.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95439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954398"/>
            <a:ext cx="73152" cy="208064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411899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SSID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4531740"/>
            <a:ext cx="4936991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Wi-Fi tarmog‘ining ko‘rinadigan nomi.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5867" y="3954398"/>
            <a:ext cx="5204307" cy="2080641"/>
          </a:xfrm>
          <a:prstGeom prst="roundRect">
            <a:avLst>
              <a:gd name="adj" fmla="val 351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5867" y="3954398"/>
            <a:ext cx="73152" cy="2080641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4118990"/>
            <a:ext cx="4936991" cy="3670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9"/>
              </a:lnSpc>
            </a:pPr>
            <a:r>
              <a:rPr sz="2200" b="1">
                <a:solidFill>
                  <a:srgbClr val="1B2A4A"/>
                </a:solidFill>
                <a:latin typeface="Georgia"/>
              </a:rPr>
              <a:t>WPS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4531740"/>
            <a:ext cx="4936991" cy="130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Tugma yoki 8 xonali PIN orqali qurilmani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Wi-Fi’ga tez ulash funksiyasi; PIN usuli zaif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bo‘lgani uchun o‘chirib qo‘yish tavsiya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etiladi.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24508F"/>
                </a:solidFill>
                <a:latin typeface="Segoe UI"/>
              </a:rPr>
              <a:t>30-MAVZU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Qaysi Wi-Fi shifrlash standartlari xavfsiz hisoblanadi?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Router boshqaruv paneliga qanday kiriladi?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WPS’ni o‘chirish tavsiya etiladi?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904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Ulangan qurilmalar ro‘yxatida noma’lum qurilma topilsa nima qilish</a:t>
            </a:r>
            <a:br/>
            <a:r>
              <a:rPr sz="2600" b="0">
                <a:solidFill>
                  <a:srgbClr val="1B2A4A"/>
                </a:solidFill>
                <a:latin typeface="Segoe UI"/>
              </a:rPr>
              <a:t>kerak?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5986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598641"/>
            <a:ext cx="284537" cy="28453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6311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5229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Mehmon tarmog‘i nima uchun kerak?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Axborot xavfsizligi · 30-mavzu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2450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24508F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30-mavzu. Wi-Fi tarmog‘i xavfsizligini tekshirish va sozlash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