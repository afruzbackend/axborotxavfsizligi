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Shaxsiy ma’lumotlarni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himoya qilish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Shaxsga doir ma’lumotlar tushunchasi va turlari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Shaxsiy ma’lumotlarga tahdidlar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Shaxsiy ma’lumotlarni himoya qilish qoidalari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shaxsga doir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ma’lumotlar tushunchasi,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ularning turlari, sizib chiqish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yo‘llari va himoya qilish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qoidalarini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shaxsiy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ma’lumotlarni oddiy va maxsus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toifalarga ajratadi, ularning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sizib chiqish yo‘llarini biladi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qoidalariga amal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SHAXSGA DOIR MA’LUMOTLAR TUSHUNCHASI VA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Shaxsiy ma’lumot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O‘zbekistonda bu soha 2019-yilda qabul qilingan «Shaxsga doir ma’lumotlar to‘g‘risida»gi Qonun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bilan tartibga solinadi. Qonunga ko‘ra, shaxsiy ma’lumotlar faqat subyektning roziligi bilan yig‘iladi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va qayta ishlanadi.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715243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Toifa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Identifikatsiya ma’lumotlari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Familiya, ism, tug‘ilgan sana, pasport seriyasi, JSHSHIR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Aloqa ma’lumotlari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Telefon raqami, manzil, elektron pochta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Moliyaviy ma’lumotlar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Bank kartasi raqami, hisob raqami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Maxsus ma’lumotlar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Sog‘liq holati, diniy e’tiqod, biometrik ma’lumotlar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Raqamli ma’lumotlar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IP manzil, joylashuv, login, qurilma identifikatori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SHAXSIY MA’LUMOTLARGA TAHDIDLAR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Ma’lumotlar qanday sizib chiqadi?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Ochiq e’lon qilish.: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Ijtimoiy tarmoqda pasport, chipta yoki karta rasmini joylash.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26737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49094"/>
            <a:ext cx="10729862" cy="1118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Anketalar va testlar.: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«Qaysi multfilm qahramonisiz?» testida onangizning qizlik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familiyasi va birinchi uy hayvoningiz nomini so‘rashadi — bu ko‘p saytlarda maxfiy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savol…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8657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6829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Phishing.: </a:t>
            </a:r>
            <a:r>
              <a:rPr sz="2200" b="0">
                <a:solidFill>
                  <a:srgbClr val="1B2A4A"/>
                </a:solidFill>
                <a:latin typeface="Segoe UI"/>
              </a:rPr>
              <a:t>Soxta saytga ma’lumot kiritish.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90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223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Ilovalar ruxsati.: </a:t>
            </a:r>
            <a:r>
              <a:rPr sz="2200" b="0">
                <a:solidFill>
                  <a:srgbClr val="1B2A4A"/>
                </a:solidFill>
                <a:latin typeface="Segoe UI"/>
              </a:rPr>
              <a:t>Kontaktlar, joylashuv va kameraga keraksiz ruxsat bergan ilovalar.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444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7616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Yo‘qotilgan qurilma.: </a:t>
            </a:r>
            <a:r>
              <a:rPr sz="2200" b="0">
                <a:solidFill>
                  <a:srgbClr val="1B2A4A"/>
                </a:solidFill>
                <a:latin typeface="Segoe UI"/>
              </a:rPr>
              <a:t>Qulflanmagan telefon yoki shifrlanmagan noutbuk.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9837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8010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Saytlarning buzilishi.: </a:t>
            </a:r>
            <a:r>
              <a:rPr sz="2200" b="0">
                <a:solidFill>
                  <a:srgbClr val="1B2A4A"/>
                </a:solidFill>
                <a:latin typeface="Segoe UI"/>
              </a:rPr>
              <a:t>Tashkilot bazasidan ma’lumotlar o‘g‘irlanishi.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SHAXSIY MA’LUMOTLARNI HIMOYA QILISH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Pasport, ID karta, bank kartasi rasmlarini messenjer va ijtimoiy tarmoqda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yubormang.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Ma’lumot so‘ralganda o‘zingizga savol bering: </a:t>
            </a:r>
            <a:r>
              <a:rPr sz="2200" b="0">
                <a:solidFill>
                  <a:srgbClr val="1B2A4A"/>
                </a:solidFill>
                <a:latin typeface="Segoe UI"/>
              </a:rPr>
              <a:t>bu xizmatga shu ma’lumot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rostdan kerakmi?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8657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6829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Ilovalarga faqat zarur ruxsatlarni bering.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90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223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Telefon va noutbukda ekran qulfi va shifrlashni yoqing.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444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7616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Joylashuvni faqat kerak paytda yoqing, rasmlardagi joylashuv belgisini o‘chiring.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9837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8010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Eski qurilmani sotishdan oldin ma’lumotlarni to‘liq o‘chiring va zavod sozlamalariga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qaytaring.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SHAXSIY MA’LUMOTLARNI HIMOYA QILISH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IT-servis mutaxassisi majburiyatlari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Ta’mirga kelgan qurilmadagi mijoz ma’lumotlari — begona mulk.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Mutaxassis ularni ko‘rmaydi, nusxalamaydi va tarqatmaydi. Diskni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almashtirishda eski diskdagi ma’lumotlar mijoz roziligi bilan o‘chiriladi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yoki diskning o‘zi mijozga qaytariladi.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Doksing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Insonning shaxsiy ma’lumotlarini (manzil,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telefon, ish joyi) uning roziligisiz to‘plab,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internetda ommaga e’lon qilish.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Ma’lumotlar subyekti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Shaxsga doir ma’lumotlar o‘ziga taalluqli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bo‘lgan jismoniy shaxs.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Shaxsga doir ma’lumotlar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Muayyan jismoniy shaxsga taalluqli bo‘lgan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yoki uni identifikatsiya qilish imkonini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beradigan har qanday axborot.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Shaxsni o‘g‘irlash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Birovning shaxsiy ma’lumotlaridan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foydalanib, uning nomidan kredit olish,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hisob ochish yoki firibgarlik qilish.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Shaxsga doir ma’lumotlarga qanday ma’lumotlar kiradi?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Maxsus toifadagi ma’lumotlarga misol keltiring.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Internetdagi «qiziqarli testlar» qanday xavf tug‘diradi?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Doksing nima?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Eski telefonni sotishdan oldin nima qilish kerak?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31-mavzu. Shaxsiy ma’lumotlarni himoya qilish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