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Ijtimoiy tarmoqlarda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maxfiylik sozlamalarini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boshqarish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Ijtimoiy tarmoqlardagi maxfiylik xavflari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Telegram va Instagram maxfiylik sozlamalarini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o‘rnatish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Raqamli izni tekshirish va tozalash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Telegram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Instagram’da telefon raqami,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profil, joylashuv va faollik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ko‘rinishini cheklash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raqamli izni tekshirish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messenjer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ijtimoiy tarmoqlarda maxfiylik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sozlamalarini o‘rnatadi, faol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seanslarni tekshiradi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profilidagi ortiqcha shaxsiy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ma’lumotlarni olib tashlaydi.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IJTIMOIY TARMOQLARDAGI MAXFIYLIK XAVFLARI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Nimalar xavf tug‘diradi?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326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05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Asosiy tamoyil: «Hamma» (Все) o‘rniga «Kontaktlarim» (Мои контакты) yoki «Hech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kim» (Никто).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2406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0578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Hamma ko‘ra oladigan telefon raqami — spam va firibgar qo‘ng‘iroqlar manbai.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2799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0972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Ochiq profil — notanish odamlar rasmlar, do‘stlar va qiziqishlarni ko‘radi.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73193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61365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Rasmlardagi joylashuv — uy va o‘qish joyini aniqlash mumkin.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23587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11759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«Onlayn» holati — kundalik tartibingizni kuzatish imkonini beradi.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7398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62153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Notanishlarning guruhlarga qo‘shishi — spam va firibgarlik guruhlari.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24374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12546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Maxfiylik sozlamalari: </a:t>
            </a:r>
            <a:r>
              <a:rPr sz="2200" b="0">
                <a:solidFill>
                  <a:srgbClr val="1B2A4A"/>
                </a:solidFill>
                <a:latin typeface="Segoe UI"/>
              </a:rPr>
              <a:t>foydalanuvchi o‘z ma’lumotlarini kim ko‘ra olishini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belgilaydigan parametrlar to‘plami.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AMALIY ISH: TELEGRAM VA INSTAGRAM MAXFIYLIK SOZLAMALARINI O‘RNATISH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Telegram sozlamalari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«Настройки» → «Конфиденциальность» bo‘limida: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2823"/>
                <a:gridCol w="465583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Sozlama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Tavsiya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Номер телефона — кто видит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Никто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Кто может найти меня по номеру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Мои контакты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Время захода (onlayn holati)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Мои контакты yoki Никто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Фотографии профиля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Мои контакты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Пересылка сообщений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Мои контакты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AMALIY ISH: TELEGRAM VA INSTAGRAM MAXFIYLIK SOZLAMALARINI O‘RNATISH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Instagram sozlamalari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Yopiq akkaunt.: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«Настройки» → «Конфиденциальность аккаунта»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→ «Закрытый аккаунт» ni yoqing.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Hikoyalar.: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«Скрыть историю от» orqali kerakli odamlardan yashiring.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Teglar va eslatmalar.: </a:t>
            </a:r>
            <a:r>
              <a:rPr sz="2600" b="0">
                <a:solidFill>
                  <a:srgbClr val="1B2A4A"/>
                </a:solidFill>
                <a:latin typeface="Segoe UI"/>
              </a:rPr>
              <a:t>Sizni faqat obunachilar belgilashi mumkin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bo‘lsin.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Faollik holati.: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«Сетевой статус» ni o‘chiring.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1608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6631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Faol seanslar.: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«Центр аккаунтов» → «Пароль и безопасность» →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«Где вы вошли» bo‘limida begona qurilmalarni chiqaring.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RAQAMLI IZNI TEKSHIRISH VA TOZALASH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Raqamli izni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637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Rasmni joylashdan oldin telefon kamerasida joylashuv yozishni o‘chiring. Kompyuterda rasm</a:t>
            </a:r>
            <a:br/>
            <a:r>
              <a:rPr sz="2000" b="0">
                <a:solidFill>
                  <a:srgbClr val="3A4560"/>
                </a:solidFill>
                <a:latin typeface="Segoe UI"/>
              </a:rPr>
              <a:t>«Свойства» → «Подробно» → «Удаление свойств и личной информации» orqali</a:t>
            </a:r>
            <a:br/>
            <a:r>
              <a:rPr sz="2000" b="0">
                <a:solidFill>
                  <a:srgbClr val="3A4560"/>
                </a:solidFill>
                <a:latin typeface="Segoe UI"/>
              </a:rPr>
              <a:t>metama’lumotlardan tozalanadi.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93158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836926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Qidiruv.: </a:t>
            </a:r>
            <a:r>
              <a:rPr sz="1900" b="0">
                <a:solidFill>
                  <a:srgbClr val="1B2A4A"/>
                </a:solidFill>
                <a:latin typeface="Segoe UI"/>
              </a:rPr>
              <a:t>Qidiruv tizimida ism-familiyangizni qo‘shtirnoq ichida qidiring: «"Ism Familiya"».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Topilgan ma’lumotlar ro‘yxatini yozing.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9561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00958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Profilni ko‘rib chiqish.: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Profilda manzil, maktab raqami, telefon, tug‘ilgan to‘liq sana ko‘rsatilgan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bo‘lsa — olib tashlang.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5964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64990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Eski postlar.: </a:t>
            </a:r>
            <a:r>
              <a:rPr sz="1900" b="0">
                <a:solidFill>
                  <a:srgbClr val="1B2A4A"/>
                </a:solidFill>
                <a:latin typeface="Segoe UI"/>
              </a:rPr>
              <a:t>Shaxsiy hujjat, chipta, uy manzili tushgan eski rasmlarni o‘chiring yoki arxivlang.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1481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20158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Ilovalar ulanishi.: </a:t>
            </a:r>
            <a:r>
              <a:rPr sz="1900" b="0">
                <a:solidFill>
                  <a:srgbClr val="1B2A4A"/>
                </a:solidFill>
                <a:latin typeface="Segoe UI"/>
              </a:rPr>
              <a:t>Ijtimoiy tarmoq hisobi orqali kirilgan keraksiz saytlar ruxsatini bekor qiling.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6998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275326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Rasm metama’lumotlari: </a:t>
            </a:r>
            <a:r>
              <a:rPr sz="1900" b="0">
                <a:solidFill>
                  <a:srgbClr val="1B2A4A"/>
                </a:solidFill>
                <a:latin typeface="Segoe UI"/>
              </a:rPr>
              <a:t>rasm fayliga yozilgan qo‘shimcha ma’lumotlar: suratga olingan vaqt,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kamera modeli va ko‘pincha GPS joylashuvi.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Maxfiylik sozlamalari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Foydalanuvchi o‘z ma’lumotlarini kim ko‘ra olishini belgilaydigan parametrlar to‘plami.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Rasm metama’lumotlari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Rasm fayliga yozilgan qo‘shimcha ma’lumotlar: suratga olingan vaqt, kamera modeli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ko‘pincha GPS joylashuvi.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Ijtimoiy tarmoqlarda qanday maxfiylik xavflari bor?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Telegram’da telefon raqamini qanday yashirish mumkin?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Instagram’da yopiq akkaunt nima beradi?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Rasm metama’lumotlarida qanday ma’lumotlar bo‘ladi?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Raqamli izni qanday tekshirish mumkin?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32-mavzu. Ijtimoiy tarmoqlarda maxfiylik sozlamalarini boshqarish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