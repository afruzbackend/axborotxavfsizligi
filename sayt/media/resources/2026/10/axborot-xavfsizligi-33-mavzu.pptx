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Antivirus va xavfsizlik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dasturlarining vazifalari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Antivirus dasturi va uning ishlash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Antivirus dasturlari turlari va ularni taqqoslash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Boshqa xavfsizlik 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antivirus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dasturlarining vazifalari,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aniqlash usullari, mashhur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antiviruslar va boshqa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signatura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evristik usullarni farqlaydi,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antiviruslarni imkoniyatlari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taqqoslaydi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qo‘shimcha xavfsizlik dasturlari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vazifasini 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ANTIVIRUS DASTURI VA UNING ISHLASH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Antivirus qanday ishlaydi?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04"/>
                <a:gridCol w="5090237"/>
                <a:gridCol w="42288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tamoyili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 / kamchiligi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Signatura usuli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ma’lum viruslar «barmoq izlari» bazasi bilan solishtiriladi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Aniq, lekin yangi viruslarni bilmaydi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Evristik usul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kodi shubhali buyruqlar bo‘yicha tahlil qilinadi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viruslarni ham topadi, ba’zan xato signal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Xulq-atvor tahlili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ishlash jarayonida kuzatiladi: fayllarni ommaviy shifrlay…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Shifrlovchilarga qarshi samarali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tahlil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Shubhali fayl ma’lumoti ishlab chiqaruvchi serverida tekshiriladi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yangilanadi, internet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ANTIVIRUS DASTURLARI TURLARI VA ULARNI TAQQOSLASH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Mashhur antiviruslar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884"/>
                <a:gridCol w="3207536"/>
                <a:gridCol w="553023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Antivirus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Microsoft Defender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Bepul, Windows’ga o‘rnatilgan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o‘rnatish shart emas, yetarlicha kuchli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Kaspersky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Pullik / bepul versiya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 aniqlash, ko‘p qo‘shimcha funksiyalar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ESET NOD32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kam yuklaydi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Avast / AVG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 va pullik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Keng tarqalgan, reklama takliflari 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Dr.Web CureIt!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 skaner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O‘rnatmasdan bir martalik tekshirish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ANTIVIRUS DASTURLARI TURLARI VA ULARNI TAQQOSLASH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Tanlash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Bitta kompyuterga ikkita real vaqt antivirusi o‘rnatilmaydi — ular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bir-biriga xalaqit berib, tizimni sekinlashtiradi.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Mustaqil laboratoriyalar (AV-TEST, AV-Comparatives) sinovlari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natijalari.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sekinlashtirish darajasi.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Bazaning yangilanish tezligi.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1717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6740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Qo‘shimcha imkoniyatlar: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firewall, veb-himoya, ota-ona nazorati.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8613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3636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Narxi va litsenziya shartlari.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BOSHQA XAVFSIZLIK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Boshqa xavfsizlik dasturlari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Shuni unutmang: antivirus muhim, lekin yagona himoya emas. U foydalanuvchi o‘zi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kiritgan parolni phishing saytdan himoya qila olmasligi mumkin, shuning uchun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ehtiyotkorlik har doim birinchi o‘rinda.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Shaxsiy firewall: </a:t>
            </a:r>
            <a:r>
              <a:rPr sz="2100" b="0">
                <a:solidFill>
                  <a:srgbClr val="1B2A4A"/>
                </a:solidFill>
                <a:latin typeface="Segoe UI"/>
              </a:rPr>
              <a:t>kompyuterga kiruvchi va chiquvchi ulanishlarni boshqaradi.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Antispam: </a:t>
            </a:r>
            <a:r>
              <a:rPr sz="2100" b="0">
                <a:solidFill>
                  <a:srgbClr val="1B2A4A"/>
                </a:solidFill>
                <a:latin typeface="Segoe UI"/>
              </a:rPr>
              <a:t>elektron pochtadagi spam va phishing xatlarni filtrlaydi.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Ota-ona nazorati dasturi: </a:t>
            </a:r>
            <a:r>
              <a:rPr sz="2100" b="0">
                <a:solidFill>
                  <a:srgbClr val="1B2A4A"/>
                </a:solidFill>
                <a:latin typeface="Segoe UI"/>
              </a:rPr>
              <a:t>bolalar uchun xavfli saytlarni bloklaydi va vaqtni cheklaydi.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Parol menejeri: </a:t>
            </a:r>
            <a:r>
              <a:rPr sz="2100" b="0">
                <a:solidFill>
                  <a:srgbClr val="1B2A4A"/>
                </a:solidFill>
                <a:latin typeface="Segoe UI"/>
              </a:rPr>
              <a:t>parollarni shifrlangan holda saqlaydi.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71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67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VPN mijoz: </a:t>
            </a:r>
            <a:r>
              <a:rPr sz="2100" b="0">
                <a:solidFill>
                  <a:srgbClr val="1B2A4A"/>
                </a:solidFill>
                <a:latin typeface="Segoe UI"/>
              </a:rPr>
              <a:t>ochiq tarmoqda trafikni shifrlaydi.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478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743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Zaxiralash dasturi: </a:t>
            </a:r>
            <a:r>
              <a:rPr sz="2100" b="0">
                <a:solidFill>
                  <a:srgbClr val="1B2A4A"/>
                </a:solidFill>
                <a:latin typeface="Segoe UI"/>
              </a:rPr>
              <a:t>fayllar nusxasini avtomatik yaratadi.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Antispam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Elektron pochtadagi spam va phishing xatlarni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filtrlaydi.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Antivirus dasturi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Kompyuterdagi zararli dasturlarni aniqlash, zararsizlantirish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va ularning kirishiga yo‘l qo‘ymaslik uchun mo‘ljallangan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dastur.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Kompleks himoya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Antivirus, firewall, antispam, ota-ona nazorati va boshqa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vositalarni bitta paketda birlashtirgan dastur (Internet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Security).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Ota-ona nazorati dasturi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Bolalar uchun xavfli saytlarni bloklaydi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vaqtni cheklaydi.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Real vaqt himoyasi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Antivirus fayl ochilishi, yuklanishi va ishga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tushishini doimiy kuzatib boradigan rejim.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Shaxsiy firewall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Kompyuterga kiruvchi va chiquvchi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ulanishlarni boshqaradi.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Antivirus dasturi qanday vazifalarni 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Signatura va evristik usullar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Real vaqt himoyasi nima?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Antivirus tanlashda qanday mezonlarga e’tibor beriladi?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bitta kompyuterga ikkita antivirus o‘rnatilmaydi?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33-mavzu. Antivirus va xavfsizlik dasturlarining vazifalari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