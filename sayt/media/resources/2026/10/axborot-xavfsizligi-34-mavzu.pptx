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10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3F7D4E"/>
                </a:solidFill>
                <a:latin typeface="Georgia"/>
              </a:rPr>
              <a:t>34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Antivirus dasturini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o‘rnatish va dastlabki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sozlash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Antivirus o‘rnatishga tayyorgarlik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Microsoft Defender’ni sozlash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Boshqa antivirusni o‘rnatish va bazani yangilash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046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O‘quvchilarda antivirusni rasmiy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manbadan o‘rnatish, Microsoft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Defender’da real vaqt himoyasi,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bulutli himoya, shifrlovchilardan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himoya va bazani yangilash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sozlamalarini o‘rnatish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ko‘nikmasini 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Defender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sozlamalarini tekshiradi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yoqadi, boshqariladigan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papkalarga kirishni sozlaydi,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antivirus bazasini yangilaydi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o‘rnatish ketma-ketligini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tushuntiradi.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ANTIVIRUS O‘RNATISHGA TAYYORGARLIK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Tayyorgarlik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995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772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60"/>
              </a:lnSpc>
            </a:pPr>
            <a:r>
              <a:rPr sz="2200" b="0">
                <a:solidFill>
                  <a:srgbClr val="3A4560"/>
                </a:solidFill>
                <a:latin typeface="Segoe UI"/>
              </a:rPr>
              <a:t>«Kryak» qilingan (buzilgan) antivirus — o‘zi zararli dastur bo‘lishi mumkin. Pullik</a:t>
            </a:r>
            <a:br/>
            <a:r>
              <a:rPr sz="2200" b="0">
                <a:solidFill>
                  <a:srgbClr val="3A4560"/>
                </a:solidFill>
                <a:latin typeface="Segoe UI"/>
              </a:rPr>
              <a:t>antivirusga mablag‘ bo‘lmasa, bepul Microsoft Defender’dan foydalanish ancha xavfsiz.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683169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72766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Mavjud antivirusni aniqlash.: </a:t>
            </a:r>
            <a:r>
              <a:rPr sz="2100" b="0">
                <a:solidFill>
                  <a:srgbClr val="1B2A4A"/>
                </a:solidFill>
                <a:latin typeface="Segoe UI"/>
              </a:rPr>
              <a:t>Windows Security → «Защита от вирусов и угроз»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bo‘limida qaysi antivirus ishlayotgani ko‘rsatiladi.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512225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01822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Eski antivirusni o‘chirish.: </a:t>
            </a:r>
            <a:r>
              <a:rPr sz="2100" b="0">
                <a:solidFill>
                  <a:srgbClr val="1B2A4A"/>
                </a:solidFill>
                <a:latin typeface="Segoe UI"/>
              </a:rPr>
              <a:t>Boshqa antivirus o‘rnatishdan oldin eskisi «Параметры» →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«Приложения» orqali yoki ishlab chiqaruvchining maxsus o‘chirish utilitasi bilan to‘liq…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128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230878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Rasmiy manba.: </a:t>
            </a:r>
            <a:r>
              <a:rPr sz="2100" b="0">
                <a:solidFill>
                  <a:srgbClr val="1B2A4A"/>
                </a:solidFill>
                <a:latin typeface="Segoe UI"/>
              </a:rPr>
              <a:t>O‘rnatish fayli faqat ishlab chiqaruvchining rasmiy saytidan yuklanadi.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82896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718558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Tizim talablari.: </a:t>
            </a:r>
            <a:r>
              <a:rPr sz="2100" b="0">
                <a:solidFill>
                  <a:srgbClr val="1B2A4A"/>
                </a:solidFill>
                <a:latin typeface="Segoe UI"/>
              </a:rPr>
              <a:t>Operatsion tizim versiyasi va bo‘sh disk hajmi tekshiriladi.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31664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206238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Litsenziya kaliti: </a:t>
            </a:r>
            <a:r>
              <a:rPr sz="2100" b="0">
                <a:solidFill>
                  <a:srgbClr val="1B2A4A"/>
                </a:solidFill>
                <a:latin typeface="Segoe UI"/>
              </a:rPr>
              <a:t>pullik dasturdan qonuniy foydalanish huquqini tasdiqlovchi noyob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kod.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AMALIY ISH: MICROSOFT DEFENDER’NI SOZLASH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Microsoft Defender sozlamalari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39813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Ilovani ochish.: </a:t>
            </a:r>
            <a:r>
              <a:rPr sz="1900" b="0">
                <a:solidFill>
                  <a:srgbClr val="1B2A4A"/>
                </a:solidFill>
                <a:latin typeface="Segoe UI"/>
              </a:rPr>
              <a:t>«Пуск» → «Безопасность Windows» → «Защита от вирусов и угроз» →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«Параметры защиты от вирусов и других угроз» → «Управление настройками».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503845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409190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Real vaqt himoyasi.: </a:t>
            </a:r>
            <a:r>
              <a:rPr sz="1900" b="0">
                <a:solidFill>
                  <a:srgbClr val="1B2A4A"/>
                </a:solidFill>
                <a:latin typeface="Segoe UI"/>
              </a:rPr>
              <a:t>«Защита в режиме реального времени» — «Вкл.»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59013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864358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Bulutli himoya.: </a:t>
            </a:r>
            <a:r>
              <a:rPr sz="1900" b="0">
                <a:solidFill>
                  <a:srgbClr val="1B2A4A"/>
                </a:solidFill>
                <a:latin typeface="Segoe UI"/>
              </a:rPr>
              <a:t>«Облачная защита» va «Автоматическая отправка образцов» — «Вкл.»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41418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319526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O‘zgartirishdan himoya.: </a:t>
            </a:r>
            <a:r>
              <a:rPr sz="1900" b="0">
                <a:solidFill>
                  <a:srgbClr val="1B2A4A"/>
                </a:solidFill>
                <a:latin typeface="Segoe UI"/>
              </a:rPr>
              <a:t>«Защита от подделки» — «Вкл.»: zararli dastur antivirusni o‘chira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olmaydi.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178213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083558"/>
            <a:ext cx="10729862" cy="972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Shifrlovchilardan himoya.: </a:t>
            </a:r>
            <a:r>
              <a:rPr sz="1900" b="0">
                <a:solidFill>
                  <a:srgbClr val="1B2A4A"/>
                </a:solidFill>
                <a:latin typeface="Segoe UI"/>
              </a:rPr>
              <a:t>«Защита от программ-шантажистов» → «Контролируемый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доступ к папкам» — «Вкл.». Shundan so‘ng «Документы», «Изображения» papkalaridagi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fayllarni faqat…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251109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156454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Keraksiz dasturlarni bloklash.: </a:t>
            </a:r>
            <a:r>
              <a:rPr sz="1900" b="0">
                <a:solidFill>
                  <a:srgbClr val="1B2A4A"/>
                </a:solidFill>
                <a:latin typeface="Segoe UI"/>
              </a:rPr>
              <a:t>«Управление приложениями и браузером» → «Защита на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основе репутации» → «Блокировка потенциально нежелательных приложений» — «Вкл.»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BOSHQA ANTIVIRUSNI O‘RNATISH VA BAZANI YANGILASH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Bazani yangilash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Defender’da.: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«Обновления защиты» → «Проверить наличие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обновлений». Oxirgi yangilanish sanasi va versiyasi yozib olinadi.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Buyruq orqali.: </a:t>
            </a:r>
            <a:r>
              <a:rPr sz="2600" b="0">
                <a:solidFill>
                  <a:srgbClr val="1B2A4A"/>
                </a:solidFill>
                <a:latin typeface="Segoe UI"/>
              </a:rPr>
              <a:t>Administrator sifatida PowerShell’da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Update-MpSignature buyrug‘i bazani yangilaydi,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Get-MpComputerStatus esa himoya holatini ko‘rsatadi.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BOSHQA ANTIVIRUSNI O‘RNATISH VA BAZANI YANGILASH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Boshqa antivirusni o‘rnatish ketma-ketligi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Boshqa antivirus o‘rnatilganda Defender avtomatik passiv rejimga o‘tadi — bu to‘g‘ri holat.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9854"/>
                <a:gridCol w="956880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Qadam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Harakat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Eski antivirusni to‘liq o‘chirish va kompyuterni qayta yuklash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Rasmiy saytdan o‘rnatish faylini yuklash va raqamli imzosini…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O‘rnatishda qo‘shimcha (reklama) dasturlar belgisini olib tashlash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Litsenziyani faollashtirish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Bazani yangilash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Boshqariladigan papkalarga kirish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Shifrlovchi viruslar himoyalangan papkalardagi fayllarni o‘zgartira olmasligi uchun faqat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ishonchli dasturlarga ruxsat beruvchi Defender funksiyasi.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395439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411899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Litsenziya kaliti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4531740"/>
            <a:ext cx="10682313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Pullik dasturdan qonuniy foydalanish huquqini tasdiqlovchi noyob kod.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Antivirus o‘rnatishdan oldin nimalarni tekshirish kerak?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buzilgan (kryak) antivirus xavfli?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«Защита от подделки» funksiyasi nima uchun kerak?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Boshqariladigan papkalarga kirish qanday himoya beradi?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Defender bazasini PowerShell’da qaysi buyruq yangilaydi?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3F7D4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34-mavzu. Antivirus dasturini o‘rnatish va dastlabki sozlash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