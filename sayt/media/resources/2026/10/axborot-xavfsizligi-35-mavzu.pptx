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10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3F7D4E"/>
                </a:solidFill>
                <a:latin typeface="Georgia"/>
              </a:rPr>
              <a:t>35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3F7D4E"/>
                </a:solidFill>
                <a:latin typeface="Segoe UI"/>
              </a:rPr>
              <a:t>AXBOROT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Antivirus yordamida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kompyuterni tekshirish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Tekshiruv turlari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ish: tezkor, to‘liq va maxsus tekshiruv o‘tkazish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Tekshiruv natijalarini tahlil qilish va karantin bilan ishlash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3F7D4E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O‘quvchilarda antivirus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yordamida tezkor, to‘liq,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tanlangan va oflayn tekshiruv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o‘tkazish, natijalarni tahlil qilish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 karantindagi fayllar bilan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ishlash ko‘nikmasini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shakllantirish.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tekshiruv turini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vaziyatga qarab tanlaydi,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tekshiruvni bajaradi, himoya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jurnalini o‘qiydi, karantindagi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fayl bo‘yicha qaror qabul qiladi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 hisobot yozadi.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1-REJA · TEKSHIRUV TURLARI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Tekshiruv turlari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332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9072"/>
                <a:gridCol w="3958144"/>
                <a:gridCol w="4791438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Turi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Nima tekshiriladi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Qachon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Tezkor tekshiruv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Tizim papkalari, xotira, avtoyuklanish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Har kuni avtomatik, shubha tug‘ilganda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To‘liq tekshiruv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Barcha disklar va fayllar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Antivirus yangi o‘rnatilganda, oyiga bir marta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Tanlangan tekshiruv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Ko‘rsatilgan papka, fayl yoki fleshka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Yangi fleshka yoki yuklangan fayl uchun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Oflayn tekshiruv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Windows yuklanmasdan oldin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Virus o‘zini yashirayotgan bo‘lsa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2-REJA · AMALIY ISH: TEZKOR, TO‘LIQ VA MAXSUS TEKSHIRUV O‘TKAZISH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Ishni bajarish tartibi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39813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663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Tezkor tekshiruv.: </a:t>
            </a:r>
            <a:r>
              <a:rPr sz="1900" b="0">
                <a:solidFill>
                  <a:srgbClr val="1B2A4A"/>
                </a:solidFill>
                <a:latin typeface="Segoe UI"/>
              </a:rPr>
              <a:t>Windows Security → «Защита от вирусов и угроз» → «Быстрая проверка».</a:t>
            </a:r>
            <a:br/>
            <a:r>
              <a:rPr sz="1900" b="0">
                <a:solidFill>
                  <a:srgbClr val="1B2A4A"/>
                </a:solidFill>
                <a:latin typeface="Segoe UI"/>
              </a:rPr>
              <a:t>Davomiyligini yozib oling.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503845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409190"/>
            <a:ext cx="10729862" cy="663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Fleshkani tekshirish.: </a:t>
            </a:r>
            <a:r>
              <a:rPr sz="1900" b="0">
                <a:solidFill>
                  <a:srgbClr val="1B2A4A"/>
                </a:solidFill>
                <a:latin typeface="Segoe UI"/>
              </a:rPr>
              <a:t>Fleshkani ulang, Explorer’da uning ustida o‘ng tugma → «Проверить с</a:t>
            </a:r>
            <a:br/>
            <a:r>
              <a:rPr sz="1900" b="0">
                <a:solidFill>
                  <a:srgbClr val="1B2A4A"/>
                </a:solidFill>
                <a:latin typeface="Segoe UI"/>
              </a:rPr>
              <a:t>помощью Microsoft Defender».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267877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173222"/>
            <a:ext cx="10729862" cy="663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Tanlangan papka.: </a:t>
            </a:r>
            <a:r>
              <a:rPr sz="1900" b="0">
                <a:solidFill>
                  <a:srgbClr val="1B2A4A"/>
                </a:solidFill>
                <a:latin typeface="Segoe UI"/>
              </a:rPr>
              <a:t>«Параметры сканирования» → «Настраиваемое сканирование» →</a:t>
            </a:r>
            <a:br/>
            <a:r>
              <a:rPr sz="1900" b="0">
                <a:solidFill>
                  <a:srgbClr val="1B2A4A"/>
                </a:solidFill>
                <a:latin typeface="Segoe UI"/>
              </a:rPr>
              <a:t>«Загрузки» papkasini tanlang.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031909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937254"/>
            <a:ext cx="10729862" cy="663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To‘liq tekshiruv.: </a:t>
            </a:r>
            <a:r>
              <a:rPr sz="1900" b="0">
                <a:solidFill>
                  <a:srgbClr val="1B2A4A"/>
                </a:solidFill>
                <a:latin typeface="Segoe UI"/>
              </a:rPr>
              <a:t>«Параметры сканирования» → «Полное сканирование» ni boshlang (u</a:t>
            </a:r>
            <a:br/>
            <a:r>
              <a:rPr sz="1900" b="0">
                <a:solidFill>
                  <a:srgbClr val="1B2A4A"/>
                </a:solidFill>
                <a:latin typeface="Segoe UI"/>
              </a:rPr>
              <a:t>uzoq davom etadi, uni mashg‘ulot oxirigacha qoldiring).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795941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701286"/>
            <a:ext cx="10729862" cy="354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Buyruq orqali.: </a:t>
            </a:r>
            <a:r>
              <a:rPr sz="1900" b="0">
                <a:solidFill>
                  <a:srgbClr val="1B2A4A"/>
                </a:solidFill>
                <a:latin typeface="Segoe UI"/>
              </a:rPr>
              <a:t>PowerShell’da Start-MpScan -ScanType QuickScan tezkor tekshiruvni boshlaydi.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251109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156454"/>
            <a:ext cx="10729862" cy="354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Ikkinchi fikr.: </a:t>
            </a:r>
            <a:r>
              <a:rPr sz="1900" b="0">
                <a:solidFill>
                  <a:srgbClr val="1B2A4A"/>
                </a:solidFill>
                <a:latin typeface="Segoe UI"/>
              </a:rPr>
              <a:t>Dr.Web CureIt! skanerini ishga tushirib, natijani Defender natijasi bilan solishtiring.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3-REJA · TEKSHIRUV NATIJALARINI TAHLIL QILISH VA KARANTIN BILAN ISHLASH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Natijalarni tahlil qilish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3" cy="1938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0787"/>
                <a:gridCol w="1815618"/>
                <a:gridCol w="3301124"/>
                <a:gridCol w="3301124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Tekshiruv turi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Davomiyligi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Tekshirilgan fayllar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Aniqlangan tahdidlar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Tezkor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 daqiqa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25 000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Fleshka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 daqiqa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340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 (EICAR)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To‘liq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45 daqiqa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480 000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3-REJA · TEKSHIRUV NATIJALARINI TAHLIL QILISH VA KARANTIN BILAN ISHLASH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Profilaktika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Tekshiruvlar jadvalini «Планировщик заданий» orqali belgilash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mumkin. Lekin eng yaxshi himoya — virusni kompyuterga kiritmaslik: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fleshkalarni ochishdan oldin tekshirish va noma’lum fayllarni ishga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tushirmaslik.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208064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10682313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Oflayn tekshiruv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10682313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Kompyuter qayta yuklanib, Windows ishga tushmasdan oldin maxsus muhitda o‘tkaziladigan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chuqur tekshiruv; rootkitlarni aniqlash uchun ishlatiladi.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3954398"/>
            <a:ext cx="10728655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3954398"/>
            <a:ext cx="73152" cy="208064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" y="4118990"/>
            <a:ext cx="10682313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Rootkit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4531740"/>
            <a:ext cx="10682313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O‘zini va boshqa zararli dasturlarni operatsion tizim va antivirusdan yashiradigan zararli dastur.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Qanday tekshiruv turlari bor?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Qachon to‘liq tekshiruv o‘tkaziladi?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Rootkit nima va uni qanday aniqlash mumkin?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Karantindagi fayl bilan qanday qaror qabul qilinadi?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Fleshkani qanday tekshirish kerak?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3F7D4E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35-mavzu. Antivirus yordamida kompyuterni tekshirish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