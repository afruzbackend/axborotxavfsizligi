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9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3F7D4E"/>
                </a:solidFill>
                <a:latin typeface="Georgia"/>
              </a:rPr>
              <a:t>37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Fayllarni shifrlash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usullaridan foydalanish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Fayl va diskni shifrlash vositalari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7-Zip parolli arxiv va BitLocker To Go bilan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shifrlash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Fayllarni zaxiralash va zaxiradan tiklash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3F7D4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7-Zip yordamida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AES-256 shifrlangan arxiv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yaratish, BitLocker To Go bilan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fleshkani shifrlash va Windows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vositalari bilan fayllarni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zaxiralab tiklash ko‘nikmasini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parolli shifrlangan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arxiv yaratadi va ochadi,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fleshkani BitLocker bilan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shifrlaydi, tiklash kalitini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saqlaydi, fayl tarixi orqali zaxira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nusxadan faylni tiklaydi.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1-REJA · FAYL VA DISKNI SHIFRLASH VOSITALARI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Shifrlash vositalari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Muhim: shifrlash paroli va tiklash kaliti yo‘qolsa, ma’lumotlarni hech kim, hatto ishlab chiquvchi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ham tiklay olmaydi.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51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8459"/>
                <a:gridCol w="3890611"/>
                <a:gridCol w="506958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Vosita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Nimani shifrlaydi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Xususiyati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7-Zip (AES-256)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Alohida fayl va papkalar arxivini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Bepul, har qanday kompyuterda ochiladi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BitLocker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Butun diskni (C: yoki D:)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Windows Pro’da o‘rnatilgan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BitLocker To Go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Fleshka va tashqi diskni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Fleshka yo‘qolsa ham ma’lumot o‘qilmaydi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EFS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NTFS diskdagi alohida fayllarni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Faqat shu foydalanuvchi hisobiga bog‘langan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VeraCrypt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Disk yoki shifrlangan konteynerni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Bepul, ochiq kodli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2-REJA · AMALIY ISH: 7-ZIP PAROLLI ARXIV VA BITLOCKER TO GO BILAN SHIFRLASH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3981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Parolli arxiv.: </a:t>
            </a:r>
            <a:r>
              <a:rPr sz="1900" b="0">
                <a:solidFill>
                  <a:srgbClr val="1B2A4A"/>
                </a:solidFill>
                <a:latin typeface="Segoe UI"/>
              </a:rPr>
              <a:t>«Hisobotlar» papkasi ustida o‘ng tugma → «7-Zip» → «Добавить к архиву».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Format: 7z yoki zip, shifrlash usuli: AES-256, kuchli parol kiriting…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503845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409190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Arxivni tekshirish.: </a:t>
            </a:r>
            <a:r>
              <a:rPr sz="1900" b="0">
                <a:solidFill>
                  <a:srgbClr val="1B2A4A"/>
                </a:solidFill>
                <a:latin typeface="Segoe UI"/>
              </a:rPr>
              <a:t>Arxivni ochishga urinib ko‘ring — parol so‘ralishi kerak. Noto‘g‘ri parol bilan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ochilmasligini sinang.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267877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173222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Fleshkani shifrlash.: </a:t>
            </a:r>
            <a:r>
              <a:rPr sz="1900" b="0">
                <a:solidFill>
                  <a:srgbClr val="1B2A4A"/>
                </a:solidFill>
                <a:latin typeface="Segoe UI"/>
              </a:rPr>
              <a:t>Explorer’da fleshka ustida o‘ng tugma → «Включить BitLocker» →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«Использовать пароль» → kuchli parol.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31909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937254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Tiklash kalitini saqlash.: </a:t>
            </a:r>
            <a:r>
              <a:rPr sz="1900" b="0">
                <a:solidFill>
                  <a:srgbClr val="1B2A4A"/>
                </a:solidFill>
                <a:latin typeface="Segoe UI"/>
              </a:rPr>
              <a:t>«Сохранить в файл» ni tanlab, kalitni kompyuterdagi xavfsiz papkaga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(fleshkaning o‘ziga emas!) saqlang yoki chop eting.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795941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701286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Shifrlashni yakunlash.: </a:t>
            </a:r>
            <a:r>
              <a:rPr sz="1900" b="0">
                <a:solidFill>
                  <a:srgbClr val="1B2A4A"/>
                </a:solidFill>
                <a:latin typeface="Segoe UI"/>
              </a:rPr>
              <a:t>«Шифровать только занятое место» va «Режим совместимости» ni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tanlang, jarayon tugashini kuting.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559973"/>
            <a:ext cx="109901" cy="10990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465318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Tekshirish.: </a:t>
            </a:r>
            <a:r>
              <a:rPr sz="1900" b="0">
                <a:solidFill>
                  <a:srgbClr val="1B2A4A"/>
                </a:solidFill>
                <a:latin typeface="Segoe UI"/>
              </a:rPr>
              <a:t>Fleshkani chiqarib qayta ulang — parol so‘ralishi kerak.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3-REJA · FAYLLARNI ZAXIRALASH VA ZAXIRADAN TIKLASH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Zaxiralash va tiklash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Mashg‘ulot oxirida o‘quv fleshkalardagi BitLocker o‘chiriladi («Отключить BitLocker»).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5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06808"/>
                <a:gridCol w="182184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Vazifa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3F7D4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AES-256 arxiv yaratildi va parol tekshirildi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Fleshka BitLocker bilan shifrlandi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Tiklash kaliti xavfsiz joyda saqlandi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 zaxiradan tiklandi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 /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BitLocker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Windows’ning butun diskni shifrlovchi o‘rnatilgan vositasi.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95439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11899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Tiklash kaliti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53174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BitLocker paroli unutilganda diskni ochish uchun beriladigan 48 xonali maxsus kod.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3F7D4E"/>
                </a:solidFill>
                <a:latin typeface="Segoe UI"/>
              </a:rPr>
              <a:t>37-MAVZU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7-Zip’da shifrlangan arxiv qanday yaratiladi?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«Шифровать имена файлов» belgilanadi?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BitLocker tiklash kaliti nima va u qayerda saqlanadi?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Fayl tarixi qanday ishlaydi?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robocopy /MIR buyrug‘i nima qiladi?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3F7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3F7D4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37-mavzu. Fayllarni shifrlash usullaridan foydalanish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