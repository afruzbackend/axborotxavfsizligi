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himoya qilish vositalari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Himoya vositalarining tasnifi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Dasturiy va apparat himoya vositalari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Tashkiliy va huquqiy himoya choralari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axborotni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qilish vositalarining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tasnifi, dasturiy, apparat, fizik,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tashkiliy va huquqiy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himoya vositalarini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guruhlarga ajratadi, IDS, UPS,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RAID kabi vositalar vazifasini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 va tashkilot uchun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vositalari majmuini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HIMOYA VOSITALARINING TASNIFI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vositalarining guruhlari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Himoya samarali bo‘lishi uchun barcha guruhlar birgalikda qo‘llaniladi — bu ko‘p qatlamli himoya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tamoyilining amaldagi ko‘rinishi.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251"/>
                <a:gridCol w="950640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Guruh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Antivirus, firewall, parol menejeri, shifrlash dasturlari, zaxiralash…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Apparat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Apparat firewall, USB-kalitlar, smart-kartalar, UPS, RAID kontroller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Fizik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Eshik qulflari, videokuzatuv, kirish tizimlari, server shkaflari…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Tashkiliy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Xavfsizlik siyosati, yo‘riqnomalar, xodimlarni o‘qitish, kirish…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Huquqiy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Qonunlar, shartnomalar, maxfiylik majburiyatlari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DASTURIY VA APPARAT HIMOYA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Dasturiy va apparat vositalar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RAID zaxira nusxa o‘rnini bosmaydi: fayl tasodifan o‘chirilsa yoki virus shifrlasa, u barcha disklarda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bir vaqtda o‘chadi.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442"/>
                <a:gridCol w="4977211"/>
                <a:gridCol w="4756001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RAID 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Ishlash tamoyili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Ishonchlilik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RAID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 disklarga bo‘lib yoziladi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Past — bitta disk buzilsa hammasi yo‘qoladi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RAID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diskka bir xil nusxa (oyna)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 — bitta disk buzilsa ham ishlaydi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RAID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Kamida 3 disk, nazorat ma’lumoti taqsimlanadi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 — bitta disk buzilishiga chidaydi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TASHKILIY VA HUQUQIY HIMOYA CHORALARI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Tashkiliy choralar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Xodimlar ishga qabul qilinganda maxfiylik to‘g‘risidagi majburiyatni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imzolaydi.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Har bir xodimga faqat kerakli huquqlar beriladi va ular muntazam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qayta ko‘rib chiqiladi.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Xavfsizlik bo‘yicha mas’ul shaxs tayinlanadi.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Xodimlar yiliga kamida bir marta xavfsizlik bo‘yicha o‘qitiladi.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Server xonasiga kirish jurnali yuritiladi.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TASHKILIY VA HUQUQIY HIMOYA CHORALARI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Huquqiy choralar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Huquqiy choralar qonun buzilganda javobgarlikni belgilaydi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qo‘rqituvchi ta’sir ko‘rsatadi. Keyingi mavzularda O‘zbekistonning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axborot xavfsizligiga oid qonunlari bilan batafsil tanishamiz.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Maxfiylik to‘g‘risidagi kelishuv: </a:t>
            </a:r>
            <a:r>
              <a:rPr sz="2600" b="0">
                <a:solidFill>
                  <a:srgbClr val="1B2A4A"/>
                </a:solidFill>
                <a:latin typeface="Segoe UI"/>
              </a:rPr>
              <a:t>xodim yoki hamkor tashkilotning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maxfiy ma’lumotlarini oshkor qilmaslik majburiyatini oladigan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shartnoma.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Apparat firewall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Tarmoq chegarasiga o‘rnatiladigan, butun ofis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tarmog‘ini himoyalovchi alohida qurilma.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IDS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49475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Tarmoq yoki kompyuterdagi shubhali harakatlarni aniqlab,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administratorga xabar beruvchi hujumlarni aniqlash tizimi.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IPS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03574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Shubhali harakatni aniqlabgina qolmay, uni avtomatik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bloklaydigan hujumlarning oldini olish tizimi.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Maxfiylik to‘g‘risidagi kelishuv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03574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Xodim yoki hamkor tashkilotning maxfiy ma’lumotlarini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oshkor qilmaslik majburiyatini oladigan shartnoma.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RAID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72278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Bir nechta diskni birlashtirib, bittasi buzilganda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ham ma’lumotlarni saqlab qoluvchi texnologiya.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UPS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Elektr uzilganda kompyuter va serverlarni akkumulyator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orqali vaqtincha quvvat bilan ta’minlovchi uzluksiz quvvat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manbai.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Himoya vositalari qanday guruhlarga bo‘linadi?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IDS va IPS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UPS qanday vazifani bajaradi?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RAID zaxira nusxa o‘rnini bosmaydi?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tashkiliy himoya choralarini bilasiz?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38-mavzu. Axborot xavfsizligini himoya qilish vositalari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