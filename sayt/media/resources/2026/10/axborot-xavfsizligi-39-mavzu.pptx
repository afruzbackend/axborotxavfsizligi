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vositalarini 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Kompyuterning himoya vositalari ro‘yxati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himoya vositalarini kompleks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Tekshiruv hisobotini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O‘quvchilarda kompyuterdagi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barcha himoya vositalari —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antivirus, firewall, yangilanishlar,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BitLocker, Secure Boot, UAC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zaxiralash holatini kompleks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tekshirish va hisobot tuzish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Windows vositalari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buyruqlar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holatini tekshiradi,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kamchiliklarni aniqlaydi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xulosa hamda tavsiyalar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hisobot tuzadi.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KOMPYUTERNING HIMOYA VOSITALARI RO‘YXATI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Tekshiriladigan vositalar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023"/>
                <a:gridCol w="77246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Zararli dasturlardan himoya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Firewall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ulanishlarini nazorat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Update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Zaifliklarni yopuvchi yangilanishlar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UAC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o‘zgarishlariga ruxsat so‘rash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BitLocker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shifrlash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AMALIY ISH: HIMOYA VOSITALARINI KOMPLEKS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Umumiy holat.: </a:t>
            </a:r>
            <a:r>
              <a:rPr sz="2100" b="0">
                <a:solidFill>
                  <a:srgbClr val="1B2A4A"/>
                </a:solidFill>
                <a:latin typeface="Segoe UI"/>
              </a:rPr>
              <a:t>Windows Security bosh sahifasida barcha bo‘limlar yashil belgi bilan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ko‘rsatilganini tekshiring.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Antivirus.: </a:t>
            </a:r>
            <a:r>
              <a:rPr sz="2100" b="0">
                <a:solidFill>
                  <a:srgbClr val="1B2A4A"/>
                </a:solidFill>
                <a:latin typeface="Segoe UI"/>
              </a:rPr>
              <a:t>PowerShell’da Get-MpComputerStatus — «AntivirusEnabled» va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«RealTimeProtectionEnabled» qiymati «True» bo‘lishi kerak.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1367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3270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Firewall.: </a:t>
            </a:r>
            <a:r>
              <a:rPr sz="2100" b="0">
                <a:solidFill>
                  <a:srgbClr val="1B2A4A"/>
                </a:solidFill>
                <a:latin typeface="Segoe UI"/>
              </a:rPr>
              <a:t>netsh advfirewall show allprofiles state — barcha profillar «ON».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0135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9095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Yangilanishlar.: </a:t>
            </a:r>
            <a:r>
              <a:rPr sz="2100" b="0">
                <a:solidFill>
                  <a:srgbClr val="1B2A4A"/>
                </a:solidFill>
                <a:latin typeface="Segoe UI"/>
              </a:rPr>
              <a:t>Get-HotFix | Sort-Object InstalledOn -Descending | Select-Object -First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5 — oxirgi 5 ta yangilanish.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304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200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BitLocker.: </a:t>
            </a:r>
            <a:r>
              <a:rPr sz="2100" b="0">
                <a:solidFill>
                  <a:srgbClr val="1B2A4A"/>
                </a:solidFill>
                <a:latin typeface="Segoe UI"/>
              </a:rPr>
              <a:t>Administrator sifatida manage-bde -status — disklarning shifrlash holati.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1808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Secure Boot va TPM.: </a:t>
            </a:r>
            <a:r>
              <a:rPr sz="2100" b="0">
                <a:solidFill>
                  <a:srgbClr val="1B2A4A"/>
                </a:solidFill>
                <a:latin typeface="Segoe UI"/>
              </a:rPr>
              <a:t>Win + R → msinfo32 → «Состояние безопасной загрузки»;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tpm.msc — TPM mavjudligi va holati.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TEKSHIRUV HISOBOTINI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Hisobot shakli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02"/>
                <a:gridCol w="2176828"/>
                <a:gridCol w="5908534"/>
                <a:gridCol w="13993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Yoqilgan, baza 1 kun oldin yangilangan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Firewall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Ommaviy profilda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Oxirgisi 3 oy oldin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BitLocker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Secure Boot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TEKSHIRUV HISOBOTINI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Hisobot oxirida himoya darajasi baholanadi: 8 ta vositadan nechtasi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 ishlayotgani hisoblanadi. Kamchiliklar ustuvorlik bo‘yicha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tartiblanadi: avval antivirus, firewall va yangilanishlar, keyin shifrlash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zaxiralash.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Secure Boot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yoqilganda faqat ishonchli, raqamli imzolangan yuklovchi dasturlarni 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tushiruvchi UEFI funksiyasi.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Ona platadagi kriptografik chip bo‘lib, shifrlash kalitlarini xavfsiz saqlaydi va tizim butunligini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 qanday himoya vositalari tekshiriladi?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Secure Boot qanday vazifani bajaradi?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TPM chipi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BitLocker holatini qaysi buyruq ko‘rsatadi?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Kamchiliklar qanday tartibda bartaraf etiladi?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39-mavzu. Kompyuterning himoya vositalarini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