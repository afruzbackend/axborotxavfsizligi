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Axborotdan mas’uliyatli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 va kiberetika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Axborotdan mas’uliyatli foydalanish tamoyillari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Kiberetika tushunchasi va netiket qoidalari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Raqamli fuqarolik va raqamli obro‘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axborotdan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mas’uliyatli foydalanish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tamoyillari, kiberetika, netiket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 va raqamli fuqarolik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mas’uliyatli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foydalanish tamoyillarini biladi,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netiket qoidalariga amal qiladi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raqamli obro‘ning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ahamiyatini 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AXBOROTDAN MAS’ULIYATLI FOYDALANISH TAMOYILLARI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Mas’uliyatli foydalanish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198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Mas’uliyatli foydalanuvchi quyidagi tamoyillarga amal qiladi: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95565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9303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Axborotdan mas’uliyatli foydalanish: </a:t>
            </a:r>
            <a:r>
              <a:rPr sz="2000" b="0">
                <a:solidFill>
                  <a:srgbClr val="1B2A4A"/>
                </a:solidFill>
                <a:latin typeface="Segoe UI"/>
              </a:rPr>
              <a:t>axborotni qonun, axloq va boshqalarning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huquqlarini hurmat qilgan holda qidirish, tekshirish, saqlash va tarqatish.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9210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89580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Haqqoniylik.: </a:t>
            </a:r>
            <a:r>
              <a:rPr sz="2000" b="0">
                <a:solidFill>
                  <a:srgbClr val="1B2A4A"/>
                </a:solidFill>
                <a:latin typeface="Segoe UI"/>
              </a:rPr>
              <a:t>Tekshirilmagan ma’lumotni haqiqat deb tarqatmaydi.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6353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61004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Hurmat.: </a:t>
            </a:r>
            <a:r>
              <a:rPr sz="2000" b="0">
                <a:solidFill>
                  <a:srgbClr val="1B2A4A"/>
                </a:solidFill>
                <a:latin typeface="Segoe UI"/>
              </a:rPr>
              <a:t>Boshqalarning shaxsiy hayoti, fikri va mualliflik huquqini hurmat qiladi.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3495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3242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Xavfsizlik.: </a:t>
            </a:r>
            <a:r>
              <a:rPr sz="2000" b="0">
                <a:solidFill>
                  <a:srgbClr val="1B2A4A"/>
                </a:solidFill>
                <a:latin typeface="Segoe UI"/>
              </a:rPr>
              <a:t>O‘zi va boshqalarning ma’lumotlarini himoya qiladi.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50638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403852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Qonuniylik.: </a:t>
            </a:r>
            <a:r>
              <a:rPr sz="2000" b="0">
                <a:solidFill>
                  <a:srgbClr val="1B2A4A"/>
                </a:solidFill>
                <a:latin typeface="Segoe UI"/>
              </a:rPr>
              <a:t>Litsenziyasiz dastur, piratlik kontenti va taqiqlangan materiallardan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foydalanmaydi.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302925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20039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Oqibatni o‘ylash.: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Har bir post, izoh va rasm boshqalarga qanday ta’sir qilishini oldindan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o‘ylaydi.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KIBERETIKA TUSHUNCHASI VA NETIKET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Kiberetika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Kiberetika: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kompyuter, internet va raqamli texnologiyalardan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foydalanishda insonlar amal qilishi kerak bo‘lgan axloqiy me’yorlar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qoidalar majmui.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Netiket: </a:t>
            </a:r>
            <a:r>
              <a:rPr sz="2600" b="0">
                <a:solidFill>
                  <a:srgbClr val="1B2A4A"/>
                </a:solidFill>
                <a:latin typeface="Segoe UI"/>
              </a:rPr>
              <a:t>internetda muloqot qilish odobi: xat, chat va izohlarda o‘zini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to‘g‘ri tutish qoidalari.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KIBERETIKA TUSHUNCHASI VA NETIKET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Netiket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Rasmiy xatlarda salomlashish, aniq mavzu satri va imzo bo‘lishi kerak. O‘qituvchiga «salom»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ismsiz bir so‘zli xabar yuborish — netiket buzilishi.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3392"/>
                <a:gridCol w="607526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Qoida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Hurmat bilan yozing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 ortida ham tirik inson borligini unutmang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 HARFLARDA yozmang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 baqirish deb qabul qilinadi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Shaxsiy xabarni ruxsatsiz tarqatmang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Skrinshot ham shaxsiy yozishma hisoblanadi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Guruhga mavzuga oid xabar yozing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Keraksiz reklama va zanjir xabarlar yubormang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Kechasi ishga oid xabar yubormang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Boshqalarning vaqtini hurmat qiling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RAQAMLI FUQAROLIK VA RAQAMLI OBRO‘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Raqamli fuqarolik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beruvchilar va o‘quv yurtlari nomzodni tanlashda uning ijtimoiy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tarmoqlardagi sahifalarini ko‘rib chiqadi. Bir necha yil oldin yozilgan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qo‘pol izoh yoki nomaqbul rasm yaxshi ishga kirishga to‘sqinlik qilishi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Raqamli fuqarolik: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raqamli texnologiyalardan xavfsiz, qonuniy,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axloqiy va mas’uliyatli foydalanish qobiliyati.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770795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621022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Raqamli obro‘: </a:t>
            </a:r>
            <a:r>
              <a:rPr sz="2600" b="0">
                <a:solidFill>
                  <a:srgbClr val="1B2A4A"/>
                </a:solidFill>
                <a:latin typeface="Segoe UI"/>
              </a:rPr>
              <a:t>inson haqida internetda shakllangan tasavvur; u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postlar, izohlar, rasmlar va boshqalarning sharhlari asosida yuzaga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RAQAMLI FUQAROLIK VA RAQAMLI OBRO‘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Raqamli farovonlik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Mas’uliyat faqat boshqalarga emas, o‘zimizga ham tegishli: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ekran oldida o‘tkaziladigan vaqtni nazorat qilish;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1082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610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kechasi telefondan foydalanishni cheklash;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7978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3001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internetdagi «ideal hayot» rasmlari bilan o‘zini solishtirmaslik;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4874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9897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kiberbullingga duch kelsa, yolg‘iz qolmay, kattalarga murojaat qilish.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Axborotdan mas’uliyatli foydalanish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Axborotni qonun, axloq va boshqalarning huquqlarini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hurmat qilgan holda qidirish, tekshirish, saqlash va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tarqatish.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Kiberetika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Kompyuter, internet va raqamli texnologiyalardan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foydalanishda insonlar amal qilishi kerak bo‘lgan axloqiy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me’yorlar va qoidalar majmui.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Netiket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Internetda muloqot qilish odobi: xat, chat va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izohlarda o‘zini to‘g‘ri tutish qoidalari.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Raqamli fuqarolik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Raqamli texnologiyalardan xavfsiz, qonuniy,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axloqiy va mas’uliyatli foydalanish qobiliyati.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Raqamli obro‘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Inson haqida internetda shakllangan tasavvur; u postlar,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izohlar, rasmlar va boshqalarning sharhlari asosida yuzaga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keladi.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Axborotdan mas’uliyatli foydalanishning qanday tamoyillari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Kiberetika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Netiketning asosiy qoidalarini sanang.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Raqamli obro‘ qanday shakllanadi?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Raqamli farovonlik uchun nimalarga e’tibor berish kerak?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42-mavzu. Axborotdan mas’uliyatli foydalanish va kiberetika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