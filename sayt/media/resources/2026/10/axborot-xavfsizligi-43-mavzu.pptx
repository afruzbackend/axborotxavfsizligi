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Axborotdan mas’uliyatli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Axborotni tekshirish (fakt-cheking)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xabarlarning haqqoniyligini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Mas’uliyatli tarqatish qarorini qabul 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internetdagi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xabarlarni manba, sana, rasm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boshqa manbalar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solishtirish orqali tekshirish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tarqatish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mas’uliyatli qaror qabul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xabarni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fakt-cheking algoritmi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tekshiradi, soxta yoki buzib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ko‘rsatilgan ma’lumotni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 va tarqatish yoki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tarqatmaslik qarorini asoslaydi.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AXBOROTNI TEKSHIRISH (FAKT-CHEKING)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Fakt-cheking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Fakt-cheking: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xabar yoki da’voning to‘g‘riligini ishonchli manbalar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asosida tekshirish jarayoni.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AXBOROTNI TEKSHIRISH (FAKT-CHEKING)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Tekshirish algoritmi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Manba kim?: </a:t>
            </a:r>
            <a:r>
              <a:rPr sz="2100" b="0">
                <a:solidFill>
                  <a:srgbClr val="1B2A4A"/>
                </a:solidFill>
                <a:latin typeface="Segoe UI"/>
              </a:rPr>
              <a:t>Xabar rasmiy tashkilotdanmi yoki noma’lum kanaldan? Kanal qachon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yaratilgan?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Sana qachon?: </a:t>
            </a:r>
            <a:r>
              <a:rPr sz="2100" b="0">
                <a:solidFill>
                  <a:srgbClr val="1B2A4A"/>
                </a:solidFill>
                <a:latin typeface="Segoe UI"/>
              </a:rPr>
              <a:t>Eski voqea yangi deb tarqatilayotgan bo‘lishi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7229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Boshqa manbalar nima deydi?: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Muhim voqea haqida kamida 2–3 ta ishonchli manba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yozgan bo‘lishi 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0135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90949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Rasm haqiqiymi?: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Teskari rasm qidiruvi bilan rasmning asl manbai va sanasini aniqlang.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8903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7863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His-tuyg‘u qanday?: </a:t>
            </a:r>
            <a:r>
              <a:rPr sz="2100" b="0">
                <a:solidFill>
                  <a:srgbClr val="1B2A4A"/>
                </a:solidFill>
                <a:latin typeface="Segoe UI"/>
              </a:rPr>
              <a:t>Xabar kuchli qo‘rquv yoki g‘azab uyg‘otsa, ehtiyot bo‘ling —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manipulyatsiya bo‘lishi mumkin.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1808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Kim foyda ko‘radi?: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Xabar kimgadir pul, ovoz yoki obuna keltiradimi?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AMALIY ISH: XABARLARNING HAQQONIYLIGINI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O‘quvchilar juftliklarda quyidagi turdagi 6 ta xabar namunasini tekshiradi: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854"/>
                <a:gridCol w="95688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Xabar turi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«Ertadan barcha maktablarda dars bekor qilinadi» — noma’lum kanal…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Toshqin haqidagi rasm — aslida boshqa davlatda 5 yil oldin olingan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saytdagi yangi qonun haqidagi xabar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«Bu ilovani o‘rnating, 500 000 so‘m bonus olasiz»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Mashhur shaxs nomidan sun’iy intellekt yaratgan video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MAS’ULIYATLI TARQATISH QARORINI QABUL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Qaror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281"/>
                <a:gridCol w="1856882"/>
                <a:gridCol w="3404284"/>
                <a:gridCol w="464220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Xabar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Haqqoniyligi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Dalil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Qaror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Soxta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saytda bunday xabar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Tarqatmaslik, guruhga to‘g‘ri ma’lumot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Buzib ko‘rsatilgan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 5 yil oldingi, boshqa joydan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Tarqatmaslik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sayt, lex.uz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Manba bilan tarqatish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Firibgarlik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Noma’lum ilova, «bonus» va’dasi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Tarqatmaslik, ogohlantirish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MAS’ULIYATLI TARQATISH QARORINI QABUL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Mas’uliyatli tarqatish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oxirida o‘quvchilar o‘z oilaviy chatlarida tarqalgan biror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xabarni eslab, uni algoritm bo‘yicha qayta baholaydi.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Shubha bo‘lsa — tarqatmang.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Tarqatsangiz, manbani ko‘rsating.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Xato tarqatgan bo‘lsangiz, tuzatish yozing.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Soxta xabarni ko‘rsangiz, platformaning «Пожаловаться» funksiyasi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orqali xabar bering.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Fakt-cheking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Xabar yoki da’voning to‘g‘riligini ishonchli manbalar asosida tekshirish jarayoni.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Klikbeyt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O‘quvchini havolani bosishga undash uchun bo‘rttirilgan, aldamchi sarlavha.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Fakt-cheking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Xabarni tekshirish algoritmi qanday bosqichlardan iborat?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Klikbeyt sarlavhaga misol 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Rasmning asl manbasini qanday topish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Deepfake videoning qanday belgilari bo‘ladi?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43-mavzu. Axborotdan mas’uliyatli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