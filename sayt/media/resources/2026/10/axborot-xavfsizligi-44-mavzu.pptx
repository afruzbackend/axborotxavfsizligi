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ma’lumotlaridan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ehtiyotkorlik bilan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mas’uliyatli foydalanish,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kiberetika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Internetdagi axloqiy muammolar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Sun’iy intellekt va axborotdan foydalanish etikasi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Kiberetika qoidalari buzilganda harakatlar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internetdagi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axloqiy muammolar —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kiberbulling, trolling, shaxsiy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hayotga aralashish, sun’iy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intellektdan foydalanish etikasi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ularga qarshi harakat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yo‘llarini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internetdagi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axloqiy muammolarni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aniqlaydi, sun’iy intellektdan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halol foydalanish qoidalarini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 va kiberbullingga duch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kelganda to‘g‘ri harakat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INTERNETDAGI AXLOQIY MUAMMOLAR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Axloqiy muammolar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Birovning nomidan sahifa ochish yoki uning rasmlarini kamsituvchi maqsadda tarqatish nafaqat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axloqsizlik, balki qonunbuzarlik hamdir.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774"/>
                <a:gridCol w="74078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Kiberbulling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Internetda insonni muntazam kamsitish, qo‘rqitish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Trolling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Ataylab janjal chiqarish uchun provokatsion izohlar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 hayotga aralashish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Birovning rasm va yozishmalarini ruxsatsiz tarqatish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Soxta akkaunt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odam nomidan sahifa ochish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Nafrat tili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Millat, din, jins yoki tashqi ko‘rinish bo‘yicha kamsitish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SUN’IY INTELLEKT VA AXBOROTDAN FOYDALANISH ETIKASI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Sun’iy intellekt va halollik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Sun’iy intellekt yordamchilari matn yozish, tarjima qilish, rasm va kod yaratishda katta yordam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Halollik.: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Sun’iy intellekt yozgan ishni to‘liq o‘zingizniki deb topshirmang; o‘qituvchi ruxsat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bergan hollarda va foydalanganingizni ko‘rsatib ishlating.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6541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707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Tekshirish.: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Sun’iy intellekt ishonchli ko‘rinadigan, lekin noto‘g‘ri ma’lumot berishi mumkin —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har bir faktni manbadan tekshiring.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2944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Maxfiylik.: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Shaxsiy ma’lumotlar, parollar va maxfiy hujjatlarni sun’iy intellekt xizmatlariga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kiritmang.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9347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9882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Hurmat.: </a:t>
            </a:r>
            <a:r>
              <a:rPr sz="1900" b="0">
                <a:solidFill>
                  <a:srgbClr val="1B2A4A"/>
                </a:solidFill>
                <a:latin typeface="Segoe UI"/>
              </a:rPr>
              <a:t>Real odamlar haqida soxta rasm, video yoki ovoz yaratmang.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4864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539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Gallyutsinatsiya: </a:t>
            </a:r>
            <a:r>
              <a:rPr sz="1900" b="0">
                <a:solidFill>
                  <a:srgbClr val="1B2A4A"/>
                </a:solidFill>
                <a:latin typeface="Segoe UI"/>
              </a:rPr>
              <a:t>sun’iy intellekt modelining haqiqatga to‘g‘ri kelmaydigan, lekin ishonchli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ko‘rinadigan ma’lumot to‘qib chiqarishi.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KIBERETIKA QOIDALARI BUZILGANDA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Kiberbullingga duch kelganda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Javob bermang.: </a:t>
            </a:r>
            <a:r>
              <a:rPr sz="2400" b="0">
                <a:solidFill>
                  <a:srgbClr val="1B2A4A"/>
                </a:solidFill>
                <a:latin typeface="Segoe UI"/>
              </a:rPr>
              <a:t>Bullerning maqsadi — sizni g‘azablantirish; javob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bermaslik uni zaiflashtiradi.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Dalillarni saqlang.: </a:t>
            </a:r>
            <a:r>
              <a:rPr sz="2400" b="0">
                <a:solidFill>
                  <a:srgbClr val="1B2A4A"/>
                </a:solidFill>
                <a:latin typeface="Segoe UI"/>
              </a:rPr>
              <a:t>Xabarlar skrinshoti, sana va vaqtni saqlab qo‘ying.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4222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Bloklang.: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Foydalanuvchini bloklang va maxfiylik sozlamalarini kuchaytiring.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7867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4464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Xabar bering.: </a:t>
            </a:r>
            <a:r>
              <a:rPr sz="2400" b="0">
                <a:solidFill>
                  <a:srgbClr val="1B2A4A"/>
                </a:solidFill>
                <a:latin typeface="Segoe UI"/>
              </a:rPr>
              <a:t>Platformaning «Пожаловаться» funksiyasidan foydalaning.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1511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Yordam so‘rang.: </a:t>
            </a:r>
            <a:r>
              <a:rPr sz="2400" b="0">
                <a:solidFill>
                  <a:srgbClr val="1B2A4A"/>
                </a:solidFill>
                <a:latin typeface="Segoe UI"/>
              </a:rPr>
              <a:t>Ota-ona, kurator, psixolog yoki ishonchli kattalarga aytib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bering. Tahdid bo‘lsa — ichki ishlar organlariga murojaat qiling.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KIBERETIKA QOIDALARI BUZILGANDA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Guvoh bo‘lsangiz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boshqa odam kiberbullingga uchrayotganini ko‘rsangiz,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kamsituvchi postni «layk» qilmang va tarqatmang, jabrlanuvchini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qo‘llab-quvvatlang va platformaga xabar bering. Jim turgan guvoh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ham bilvosita bullerga yordam beradi.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Gallyutsinatsiya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Sun’iy intellekt modelining haqiqatga to‘g‘ri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kelmaydigan, lekin ishonchli ko‘rinadigan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 to‘qib chiqarishi.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Soxta akkaunt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Boshqa shaxs nomidan yoki uydirma shaxs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sifatida yaratilgan ijtimoiy tarmoq sahifasi.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Trolling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Internetda boshqalarni g‘azablantirish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janjal chiqarish maqsadida ataylab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provokatsion xabarlar yozish.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Internetdagi qanday axloqiy muammolarni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Trolling va kiberbulling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Sun’iy intellektdan halol foydalanish qoidalari qanday?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Sun’iy intellekt gallyutsinatsiyasi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Kiberbullingga duch kelganda qanday harakat qilish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44-mavzu. Internet ma’lumotlaridan ehtiyotkorlik bilan va mas’uliyatli foydalanish, kiberetika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