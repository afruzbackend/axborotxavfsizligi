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D86A3E"/>
                </a:solidFill>
                <a:latin typeface="Georgia"/>
              </a:rPr>
              <a:t>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ta’minlash bo‘yicha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himoya choralarini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tanlash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Himoya choralarini tanlash tamoyillari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Tahdidlarga mos himoya choralari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Himoya choralarining narxi va samaradorligi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xavflar tahlili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asosida himoya choralarini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tanlash tamoyillari, tahdid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chora muvofiqligi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xarajat va samaradorlik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nisbatini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tahdidga mos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chorasini tanlaydi,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profilaktik, aniqlovchi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tiklovchi choralarni farqlaydi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choralarni narx-samaradorlik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asoslaydi.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HIMOYA CHORALARINI TANLASH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Tanlash tamoyillari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Himoya choralari tasodifan emas, xavflar tahlili natijasida tanlanadi.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Muvofiqlik.: </a:t>
            </a:r>
            <a:r>
              <a:rPr sz="2600" b="0">
                <a:solidFill>
                  <a:srgbClr val="1B2A4A"/>
                </a:solidFill>
                <a:latin typeface="Segoe UI"/>
              </a:rPr>
              <a:t>Chora aniq bir tahdidga qarshi qaratilgan bo‘lishi kerak.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1082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8610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Ustuvorlik.: </a:t>
            </a:r>
            <a:r>
              <a:rPr sz="2600" b="0">
                <a:solidFill>
                  <a:srgbClr val="1B2A4A"/>
                </a:solidFill>
                <a:latin typeface="Segoe UI"/>
              </a:rPr>
              <a:t>Avval eng yuqori darajali xavflar bartaraf etiladi.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7978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43001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Iqtisodiy asoslanganlik.: </a:t>
            </a:r>
            <a:r>
              <a:rPr sz="2600" b="0">
                <a:solidFill>
                  <a:srgbClr val="1B2A4A"/>
                </a:solidFill>
                <a:latin typeface="Segoe UI"/>
              </a:rPr>
              <a:t>Chora narxi kutilayotgan zarardan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oshmasligi kerak.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71405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2163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Ko‘p qatlamlilik.: </a:t>
            </a:r>
            <a:r>
              <a:rPr sz="2600" b="0">
                <a:solidFill>
                  <a:srgbClr val="1B2A4A"/>
                </a:solidFill>
                <a:latin typeface="Segoe UI"/>
              </a:rPr>
              <a:t>Bitta xavfga qarshi bir nechta turli chora qo‘llaniladi.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40365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9059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Qulaylik.: </a:t>
            </a:r>
            <a:r>
              <a:rPr sz="2600" b="0">
                <a:solidFill>
                  <a:srgbClr val="1B2A4A"/>
                </a:solidFill>
                <a:latin typeface="Segoe UI"/>
              </a:rPr>
              <a:t>Juda noqulay chorani foydalanuvchilar chetlab o‘tishga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harakat qiladi.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HIMOYA CHORALARINI TANLASH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Choralar turlari vazifasiga ko‘ra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081"/>
                <a:gridCol w="4145162"/>
                <a:gridCol w="524241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Profilaktik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Hodisaning oldini 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Kuchli parol, 2FA, yangilanishlar, o‘qitish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Aniqlovchi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Hodisani o‘z vaqtida payqaydi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Antivirus, IDS, jurnallarni kuzatish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Tiklovchi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Hodisa oqibatlarini bartaraf etadi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nusxa, tiklash rejasi, UPS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TAHDIDLARGA MOS HIMOYA CHORALARI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Tahdid — chora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4415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18"/>
                <a:gridCol w="3352704"/>
                <a:gridCol w="2682163"/>
                <a:gridCol w="275666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Tahdid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Profilaktik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Aniqlovchi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Tiklovchi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Zararli dastur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Yangilanishlar, standart hisob, ehtiyotkorlik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Antivirus, xulq-atvor tahlili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Zaxiradan tiklash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Phishing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Xodimlarni o‘qitish, spam filtri, 2FA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Shubhali kirish haqida bildirishnoma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Parolni almashtirish, hisobni tiklash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 buzilishi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Kuchli parol, parol menejeri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Muvaffaqiyatsiz kirishlar jurnali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Hisobni bloklash va tiklash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108775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Wi-Fi’ga ruxsatsiz ulanish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WPA2/WPA3, WPS o‘chirish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Ulangan qurilmalar ro‘yxati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Parolni almashtirish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buzilishi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Sifatli disk, RAID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S.M.A.R.T. monitoringi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nusxa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HIMOYA CHORALARINING NARXI VA SAMARADORLIGI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Narx va samaradorlik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Kichik tashkilotda cheklangan mablag‘ bilan ham yuqori himoyaga erishish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8900"/>
                <a:gridCol w="2360304"/>
                <a:gridCol w="278945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Chora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Narxi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Samaradorligi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Yangilanishlarni o‘rnatish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Bepul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Juda yuqori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Microsoft Defender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Bepul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2FA ni yoqish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Bepul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Juda yuqori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Xodimlarni o‘qitish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Kam xarajat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Juda yuqori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Tashqi diskka zaxiralash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Kam xarajat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Juda yuqori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DLP tizimi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Maxfiy ma’lumotlarning tashkilotdan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tashqariga ruxsatsiz chiqib ketishini nazorat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qiluvchi va bloklovchi tizim.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Profilaktik chora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Xavfsizlik hodisasining yuz berishiga yo‘l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qo‘ymaslikka qaratilgan himoya chorasi.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Qoldiq xavf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Barcha himoya choralari qo‘llanganidan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keyin ham saqlanib qoladigan xavf.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Himoya choralarini tanlashning qanday tamoyillari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Profilaktik, aniqlovchi va tiklovchi choralarga misol keltiring.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Phishingga qarshi qanday choralar qo‘llaniladi?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DLP tizimi nima?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Qoldiq xavf nima va u nima uchun saqlanib qoladi?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D86A3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46-mavzu. Axborot xavfsizligini ta’minlash bo‘yicha himoya choralarini tanlash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