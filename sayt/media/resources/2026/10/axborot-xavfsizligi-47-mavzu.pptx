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9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D86A3E"/>
                </a:solidFill>
                <a:latin typeface="Georgia"/>
              </a:rPr>
              <a:t>47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D86A3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Axborot xavfsizligi uchun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himoya choralarini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tanlash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47-MAVZU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Tashkilot uchun himoya choralarini tanlash topshirig‘i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himoya rejasini tuzish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Rejani himoya qilish va baholash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47-MAVZU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D86A3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real tashkilot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misolida xavflar tahlili asosida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 choralarini tanlash,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ularni ustuvorlik va byudjet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bo‘yicha rejalashtirish va rejani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 qilish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tashkilot uchun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himoya rejasini tuzadi: har bir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xavfga chora, mas’ul, muddat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narxni belgilaydi, rejani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taqdim etadi va asoslaydi.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1-REJA · TASHKILOT UCHUN HIMOYA CHORALARINI TANLASH TOPSHIRIG‘I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Keys: «Ilm-ziyo» o‘quv markazi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628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35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O‘quv markazida 12 ta xodim, 2 ta o‘quv kompyuter xonasi (har birida 15 ta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kompyuter), ma’muriyat uchun 4 ta kompyuter, 1 ta server (o‘quvchilar bazasi va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to‘lovlar), Wi-Fi tarmog‘i va veb-sayt bor. Himoya uchun yillik byudjet — 5 mln so‘m.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04638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3598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O‘quv kompyuterlarida o‘quvchilar administrator huquqi bilan ishlaydi.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3406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2366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Server va ma’muriyat kompyuterlari o‘quvchilar bilan bitta tarmoqda.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174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1134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Zaxira nusxa olinmaydi, server UPS’siz ishlaydi.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0942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9902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Xodimlar elektron pochtasida 2FA yo‘q, o‘tgan oy bir xodim phishing xatga aldangan.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9710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8670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Ma’muriyat kompyuterlarida antivirus litsenziyasi tugagan.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48478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37438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Veb-sayt boshqaruv paneli paroli «admin123».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2-REJA · AMALIY ISH: HIMOYA REJASINI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6264"/>
                <a:gridCol w="986543"/>
                <a:gridCol w="5179350"/>
                <a:gridCol w="135649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Xavf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Daraja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Chora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O‘quvchilarda admin huquqi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Standart hisoblar, UAC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Profilaktik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Bitta tarmoq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VLAN yoki alohida router bilan segmentlash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Profilaktik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Zaxira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Tashqi disk + bulut, haftalik jadval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Tiklovchi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Phishing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2FA, xodimlar treningi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Profilaktik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3-REJA · REJANI HIMOYA QILISH VA BAHOLASH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Rejani himoya qilish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Har bir guruh rejasini 5 daqiqada taqdim etadi va quyidagi savollarga javob beradi: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62802"/>
                <a:gridCol w="186585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Baholash mezoni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Ball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Barcha muammolar uchun chora tanlangan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Choralar tahdidga mos va asoslangan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Byudjet to‘g‘ri hisoblangan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Mas’ul va muddatlar aniq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Taqdimot va javoblar sifati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47-MAVZU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Himoya rejasi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Tashkilotda qaysi himoya choralari, kim tomonidan, qachon va qancha mablag‘ evaziga amalga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oshirilishini belgilovchi hujjat.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47-MAVZU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Keysdagi eng xavfli muammolar qaysilar va nima uchun?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Server va o‘quvchilar kompyuterlarini nima uchun alohida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tarmoqqa ajratish kerak?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Byudjet cheklangan bo‘lsa, qanday choralar birinchi qo‘llaniladi?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Himoya rejasida qanday ma’lumotlar bo‘ladi?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Veb-sayt boshqaruv paneli uchun qanday choralar kerak?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D86A3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47-mavzu. Axborot xavfsizligi uchun himoya choralarini tanlash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