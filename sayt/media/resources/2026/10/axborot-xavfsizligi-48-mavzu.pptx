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D86A3E"/>
                </a:solidFill>
                <a:latin typeface="Georgia"/>
              </a:rPr>
              <a:t>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Tanlangan himoya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choralarini amalda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qo‘llash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Himoya choralarini joriy etish tartibi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kompyuterda himoya choralar to‘plamini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qo‘llash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Tarmoq darajasidagi choralarni qo‘llash va hujjatlashtirish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tanlangan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choralarini kompyuter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tarmoq darajasida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ketma-ket joriy etish, har bir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qadamni tekshirish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o‘zgarishlarni hujjatlashtirish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kompyuterda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hisoblar, yangilanishlar,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antivirus, firewall, shifrlash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zaxiralashni sozlaydi, routerda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xavfsizlik sozlamalarini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qo‘llaydi va o‘zgarishlar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jurnalini yuritadi.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1-REJA · HIMOYA CHORALARINI JORIY ETISH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Joriy etish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4033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7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Himoya choralari tartibsiz emas, rejali ravishda joriy etiladi: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27118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76526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Holatni yozib olish.: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O‘zgartirishdan oldin joriy sozlamalar qayd etiladi — muammo chiqsa,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ortga qaytish mumkin bo‘ladi.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35213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40558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Tiklash nuqtasi.: </a:t>
            </a:r>
            <a:r>
              <a:rPr sz="1900" b="0">
                <a:solidFill>
                  <a:srgbClr val="1B2A4A"/>
                </a:solidFill>
                <a:latin typeface="Segoe UI"/>
              </a:rPr>
              <a:t>Windows’da «Создать точку восстановления» orqali tiklash nuqtasi yaratiladi.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49038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9572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Bosqichma-bosqich qo‘llash.: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Har safar bitta chora qo‘llanadi va darhol tekshiriladi.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394554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850894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Foydalanuvchilarni ogohlantirish.: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O‘zgarish ularning ishiga qanday ta’sir qilishi tushuntiriladi.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400717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306062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Hujjatlashtirish.: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Har bir o‘zgarish jurnalga yoziladi.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4855885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476123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O‘zgarishlar jurnali: </a:t>
            </a:r>
            <a:r>
              <a:rPr sz="1900" b="0">
                <a:solidFill>
                  <a:srgbClr val="1B2A4A"/>
                </a:solidFill>
                <a:latin typeface="Segoe UI"/>
              </a:rPr>
              <a:t>tizimda qachon, kim tomonidan, qanday o‘zgartirish kiritilgani va natijasi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yozib boriladigan hujjat.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2-REJA · AMALIY ISH: KOMPYUTERDA HIMOYA CHORALAR TO‘PLAMINI QO‘LLASH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darajasidagi choralar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39813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Tiklash nuqtasi.: </a:t>
            </a:r>
            <a:r>
              <a:rPr sz="1900" b="0">
                <a:solidFill>
                  <a:srgbClr val="1B2A4A"/>
                </a:solidFill>
                <a:latin typeface="Segoe UI"/>
              </a:rPr>
              <a:t>Win + R → sysdm.cpl → «Защита системы» → «Создать».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19498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00326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Hisoblar.: </a:t>
            </a:r>
            <a:r>
              <a:rPr sz="1900" b="0">
                <a:solidFill>
                  <a:srgbClr val="1B2A4A"/>
                </a:solidFill>
                <a:latin typeface="Segoe UI"/>
              </a:rPr>
              <a:t>O‘quvchi uchun standart hisob yarating, «Гость» ni o‘chiring, administrator parolini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kuchli qiling (19-mavzu).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59013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8643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Yangilanishlar.: </a:t>
            </a:r>
            <a:r>
              <a:rPr sz="1900" b="0">
                <a:solidFill>
                  <a:srgbClr val="1B2A4A"/>
                </a:solidFill>
                <a:latin typeface="Segoe UI"/>
              </a:rPr>
              <a:t>Windows Update orqali barcha yangilanishlarni o‘rnating va avtomatik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yangilanishni yoqing.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23045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283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Antivirus.: </a:t>
            </a:r>
            <a:r>
              <a:rPr sz="1900" b="0">
                <a:solidFill>
                  <a:srgbClr val="1B2A4A"/>
                </a:solidFill>
                <a:latin typeface="Segoe UI"/>
              </a:rPr>
              <a:t>Defender’da real vaqt, bulutli himoya, o‘zgartirishdan himoya va boshqariladigan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papkalarga kirishni yoqing (34-mavzu).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87077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92422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Firewall.: </a:t>
            </a:r>
            <a:r>
              <a:rPr sz="1900" b="0">
                <a:solidFill>
                  <a:srgbClr val="1B2A4A"/>
                </a:solidFill>
                <a:latin typeface="Segoe UI"/>
              </a:rPr>
              <a:t>Barcha profillarda yoqilganligini tekshiring, tarmoq profilini to‘g‘ri tanlang (29-mavzu).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42245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475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Parol siyosati.: </a:t>
            </a:r>
            <a:r>
              <a:rPr sz="1900" b="0">
                <a:solidFill>
                  <a:srgbClr val="1B2A4A"/>
                </a:solidFill>
                <a:latin typeface="Segoe UI"/>
              </a:rPr>
              <a:t>secpol.msc da minimal uzunlik 12 va bloklash chegarasi 5 ni o‘rnating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(16-mavzu).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TARMOQ DARAJASIDAGI CHORALARNI QO‘LLASH VA HUJJATLASHTIRISH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 darajasidagi choralar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Router paroli.: </a:t>
            </a:r>
            <a:r>
              <a:rPr sz="2600" b="0">
                <a:solidFill>
                  <a:srgbClr val="1B2A4A"/>
                </a:solidFill>
                <a:latin typeface="Segoe UI"/>
              </a:rPr>
              <a:t>Administrator parolini almashtiring.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Wi-Fi.: </a:t>
            </a:r>
            <a:r>
              <a:rPr sz="2600" b="0">
                <a:solidFill>
                  <a:srgbClr val="1B2A4A"/>
                </a:solidFill>
                <a:latin typeface="Segoe UI"/>
              </a:rPr>
              <a:t>WPA2-AES yoki WPA3, kuchli parol, WPS o‘chirilgan.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Mehmon tarmog‘i.: </a:t>
            </a:r>
            <a:r>
              <a:rPr sz="2600" b="0">
                <a:solidFill>
                  <a:srgbClr val="1B2A4A"/>
                </a:solidFill>
                <a:latin typeface="Segoe UI"/>
              </a:rPr>
              <a:t>Alohida SSID, lokal tarmoqqa kirishsiz.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Proshivka.: </a:t>
            </a:r>
            <a:r>
              <a:rPr sz="2600" b="0">
                <a:solidFill>
                  <a:srgbClr val="1B2A4A"/>
                </a:solidFill>
                <a:latin typeface="Segoe UI"/>
              </a:rPr>
              <a:t>Router dasturini yangilang.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TARMOQ DARAJASIDAGI CHORALARNI QO‘LLASH VA HUJJATLASHTIRISH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O‘zgarishlar jurnali namunasi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Mashg‘ulot oxirida juftliklar kompyuterlarni almashib, bir-birining ishini 39-mavzudagi nazorat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varag‘i bo‘yicha tekshiradi.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614"/>
                <a:gridCol w="1175743"/>
                <a:gridCol w="6172650"/>
                <a:gridCol w="161664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Sana, vaqt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Obyekt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O‘zgarish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Bajaruvchi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28.10, 10:05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PC-07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Tiklash nuqtasi yaratildi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Familiya I.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28.10, 10:12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PC-07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«talaba» standart hisobi yaratildi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Familiya I.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28.10, 10:30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PC-07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Defender: boshqariladigan papkalar yoqildi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Familiya I.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28.10, 10:50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Router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WPS o‘chirildi, WPA2-AES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Familiya I.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O‘zgarishlar jurnali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Tizimda qachon, kim tomonidan, qanday o‘zgartirish kiritilgani va natijasi yozib boriladigan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hujjat.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Tiklash nuqtasi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Windows tizim fayllari va sozlamalarining ma’lum vaqtdagi holati saqlangan nusxasi; muammo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bo‘lsa, tizim shu holatga qaytariladi.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Himoya choralarini joriy etishdan oldin nima qilinadi?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Tiklash nuqtasi qanday yaratiladi?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O‘zgarishlar jurnaliga qanday ma’lumotlar yoziladi?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darajasida qanday choralar qo‘llandi?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Router darajasida qanday choralar qo‘llandi?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D86A3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48-mavzu. Tanlangan himoya choralarini amalda qo‘llash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