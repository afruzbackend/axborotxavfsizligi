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11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D86A3E"/>
                </a:solidFill>
                <a:latin typeface="Georgia"/>
              </a:rPr>
              <a:t>49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Himoya choralarining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samaradorligini oshirish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va baholash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Himoya samaradorligi va uning ko‘rsatkichlari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Samaradorlikni baholash usullari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Himoyani uzluksiz takomillashtirish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choralarining samaradorlik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ko‘rsatkichlari, ularni baholash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usullari va xavfsizlikni uzluksiz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takomillashtirish siklini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tushuntirish.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samaradorlik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ko‘rsatkichlarini sanaydi, audit,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penetratsion test va o‘quv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phishingning vazifasini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izohlaydi hamda PDCA siklini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xavfsizlikka qo‘llaydi.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HIMOYA SAMARADORLIGI VA UNING KO‘RSATKICHLARI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Samaradorlik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Chorani o‘rnatishning o‘zi yetarli emas — uning haqiqatan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ishlayotganini o‘lchash kerak. Masalan, antivirus o‘rnatilgan, lekin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bazasi yarim yildan beri yangilanmagan bo‘lsa, chora bor, samara yo‘q.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Himoya samaradorligi: </a:t>
            </a:r>
            <a:r>
              <a:rPr sz="2600" b="0">
                <a:solidFill>
                  <a:srgbClr val="1B2A4A"/>
                </a:solidFill>
                <a:latin typeface="Segoe UI"/>
              </a:rPr>
              <a:t>qo‘llangan choralar xavflarni qanchalik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kamaytirgani va xavfsizlik maqsadlariga qanchalik erishilganini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ko‘rsatuvchi daraja.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HIMOYA SAMARADORLIGI VA UNING KO‘RSATKICHLARI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Ko‘rsatkichlar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3208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39575"/>
                <a:gridCol w="3368298"/>
                <a:gridCol w="2120780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Ko‘rsatkich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Nimani o‘lchaydi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Maqsadli qiymat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Yangilangan kompyuterlar ulushi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Yangilanishlar intizomi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95 % dan yuqori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Antivirus faol kompyuterlar ulushi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Himoya qamrovi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100 %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2FA yoqilgan hisoblar ulushi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Hisoblar himoyasi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100 %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Phishing sinovida aldangan xodimlar ulushi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Xodimlar tayyorgarligi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5 % dan kam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Hodisani aniqlash vaqti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Aniqlovchi choralar tezligi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Imkon qadar qisqa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2-REJA · SAMARADORLIKNI BAHOLASH USULLARI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Baholash usullari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4198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92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Ruxsatsiz «penetratsion test» — bu oddiy hujum va jinoyat hisoblanadi.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295565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193036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Ichki audit.: </a:t>
            </a:r>
            <a:r>
              <a:rPr sz="2000" b="0">
                <a:solidFill>
                  <a:srgbClr val="1B2A4A"/>
                </a:solidFill>
                <a:latin typeface="Segoe UI"/>
              </a:rPr>
              <a:t>Tashkilot xodimlari nazorat varag‘i bo‘yicha himoya choralarini tekshiradi.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76698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664460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Tashqi audit.: </a:t>
            </a:r>
            <a:r>
              <a:rPr sz="2000" b="0">
                <a:solidFill>
                  <a:srgbClr val="1B2A4A"/>
                </a:solidFill>
                <a:latin typeface="Segoe UI"/>
              </a:rPr>
              <a:t>Mustaqil mutaxassislar tashkilotni xalqaro standartlar asosida baholaydi.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238413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135884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Zaifliklarni skanerlash.: </a:t>
            </a:r>
            <a:r>
              <a:rPr sz="2000" b="0">
                <a:solidFill>
                  <a:srgbClr val="1B2A4A"/>
                </a:solidFill>
                <a:latin typeface="Segoe UI"/>
              </a:rPr>
              <a:t>Maxsus dasturlar tarmoq va kompyuterlardagi ma’lum zaifliklarni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avtomatik izlaydi.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034957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3932428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Penetratsion test.: </a:t>
            </a:r>
            <a:r>
              <a:rPr sz="2000" b="0">
                <a:solidFill>
                  <a:srgbClr val="1B2A4A"/>
                </a:solidFill>
                <a:latin typeface="Segoe UI"/>
              </a:rPr>
              <a:t>Etik xakerlar tashkilot ruxsati bilan haqiqiy hujumni taqlid qilib, himoyani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yorib o‘tishga urinadi.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83150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728972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O‘quv phishing.: </a:t>
            </a:r>
            <a:r>
              <a:rPr sz="2000" b="0">
                <a:solidFill>
                  <a:srgbClr val="1B2A4A"/>
                </a:solidFill>
                <a:latin typeface="Segoe UI"/>
              </a:rPr>
              <a:t>Xodimlarga zararsiz «phishing» xat yuborilib, qanchasi havolani bosgani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o‘lchanadi.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628045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525516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Tiklash mashqi.: </a:t>
            </a:r>
            <a:r>
              <a:rPr sz="2000" b="0">
                <a:solidFill>
                  <a:srgbClr val="1B2A4A"/>
                </a:solidFill>
                <a:latin typeface="Segoe UI"/>
              </a:rPr>
              <a:t>Zaxira nusxadan tizimni tiklash amalda sinab ko‘riladi.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HIMOYANI UZLUKSIZ TAKOMILLASHTIRISH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PDCA sikli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Xavfsizlik bir marta bajariladigan ish emas, balki uzluksiz jarayon.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047"/>
                <a:gridCol w="3786584"/>
                <a:gridCol w="403902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Bosqich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Xavfsizlikdagi misol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Rejalashtirish (Plan)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Maqsad va choralarni belgilash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Xavflar tahlili, himoya rejasi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Bajarish (Do)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Choralarni joriy etish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Sozlamalarni qo‘llash, o‘qitish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Tekshirish (Check)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Natijani o‘lchash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Audit, ko‘rsatkichlar, sinovlar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Takomillashtirish (Act)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Kamchiliklarni tuzatish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Rejani yangilash, yangi choralar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HIMOYANI UZLUKSIZ TAKOMILLASHTIRISH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Samaradorlikni oshirish yo‘llari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Choralarni avtomatlashtirish: </a:t>
            </a:r>
            <a:r>
              <a:rPr sz="2600" b="0">
                <a:solidFill>
                  <a:srgbClr val="1B2A4A"/>
                </a:solidFill>
                <a:latin typeface="Segoe UI"/>
              </a:rPr>
              <a:t>avtomatik yangilanish, avtomatik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zaxiralash.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Xodimlarni muntazam o‘qitish va rag‘batlantirish.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Yangi tahdidlar haqida UZCERT va csec.uz ogohlantirishlarini kuzatish.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Har bir hodisadan keyin saboq chiqarib, rejaga kiritish.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Himoya samaradorligi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Qo‘llangan choralar xavflarni qanchalik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kamaytirgani va xavfsizlik maqsadlariga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qanchalik erishilganini ko‘rsatuvchi daraja.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PDCA sikli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Rejalashtirish, bajarish, tekshirish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takomillashtirish bosqichlaridan iborat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uzluksiz yaxshilash usuli.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Penetratsion test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Tizim egasining ruxsati bilan himoyadagi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zaifliklarni topish maqsadida hujumchi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harakatlarini taqlid qilish orqali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o‘tkaziladigan nazorat sinovi.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Samaradorlik ko‘rsatkichi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Xavfsizlik holatini son bilan ifodalab, vaqt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o‘tishi bilan solishtirish imkonini beruvchi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o‘lchov.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49-MAVZU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Himoya samaradorligi deganda nimani tushunasiz?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Samaradorlikning qanday ko‘rsatkichlarini bilasiz?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Penetratsion test nima va u qanday shartda qonuniy?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O‘quv phishing nima uchun o‘tkaziladi?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PDCA siklining bosqichlarini tushuntiring.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49-mavzu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D86A3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49-mavzu. Himoya choralarining samaradorligini oshirish va baholash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