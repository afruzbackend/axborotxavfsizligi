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D86A3E"/>
                </a:solidFill>
                <a:latin typeface="Georgia"/>
              </a:rPr>
              <a:t>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Amalga oshirilgan himoya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choralarining natijasini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tekshirish va baholash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50-MAVZU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Yakuniy tekshiruvga tayyorgarlik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himoya choralarini sinab ko‘rish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Yakuniy hisobot va xulosa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50-MAVZU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D86A3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046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75"/>
              </a:lnSpc>
            </a:pPr>
            <a:r>
              <a:rPr sz="2500" b="0">
                <a:solidFill>
                  <a:srgbClr val="3A4560"/>
                </a:solidFill>
                <a:latin typeface="Segoe UI"/>
              </a:rPr>
              <a:t>O‘quvchilarda qo‘llangan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himoya choralari natijasini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«oldin/keyin» taqqoslash,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amaliy sinovlar orqali tekshirish,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ko‘rsatkichlarni hisoblash va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yakuniy hisobot tuzish</a:t>
            </a:r>
            <a:br/>
            <a:r>
              <a:rPr sz="25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himoya choralarini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sinovdan o‘tkazadi,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samaradorlik ko‘rsatkichlarini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hisoblaydi, qoldiq xavflarni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aniqlaydi va fan bo‘yicha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yakuniy hisobotni himoya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1-REJA · YAKUNIY TEKSHIRUVGA TAYYORGARLIK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Tayyorgarlik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Yakuniy tekshiruvda o‘quvchilar 48-mavzuda himoya choralari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qo‘llangan kompyuter va tarmoqni baholaydi.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88763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7378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2-mavzudagi boshlang‘ich nazorat varag‘i natijalari («oldin» holati);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5659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0682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48-mavzudagi o‘zgarishlar jurnali;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02555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578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39-mavzudagi kompleks tekshiruv shakli;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59451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44474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sinov uchun EICAR test fayli va o‘quv hisoblari.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16347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0137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Oldin/keyin tahlili: </a:t>
            </a:r>
            <a:r>
              <a:rPr sz="2600" b="0">
                <a:solidFill>
                  <a:srgbClr val="1B2A4A"/>
                </a:solidFill>
                <a:latin typeface="Segoe UI"/>
              </a:rPr>
              <a:t>chora qo‘llanishidan oldingi va keyingi holatni bir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xil mezonlar bo‘yicha solishtirib, natijani baholash usuli.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2-REJA · AMALIY ISH: HIMOYA CHORALARINI SINAB KO‘RISH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Sinovlar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351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4837"/>
                <a:gridCol w="5640839"/>
                <a:gridCol w="420297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№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Sinov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Kutilgan natija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Standart hisobdan dastur o‘rnatishga urinish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UAC administrator parolini so‘raydi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 marta noto‘g‘ri parol kiritish (o‘quv hisobida)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Hisob vaqtincha bloklanadi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EICAR faylini «Документы» ga saqlash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Defender bloklaydi va karantinga 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Qo‘shni kompyuterdan ping (ping blok qoidasi bilan)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Javob kelmaydi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Wi-Fi’ga eski parol bilan ulanish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Ulanmaydi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YAKUNIY HISOBOT VA XULOSA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Yakuniy hisobot tuzilmasi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0880"/>
                <a:gridCol w="653777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Bo‘lim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Mazmuni</a:t>
                      </a:r>
                    </a:p>
                  </a:txBody>
                  <a:tcPr marL="109728" marR="109728" marT="73152" marB="73152">
                    <a:solidFill>
                      <a:srgbClr val="D86A3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1. Kirish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Obyekt tavsifi va tekshiruv maqsadi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2. Boshlang‘ich holat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2-mavzudagi nazorat varag‘i natijalari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3. Qo‘llangan choralar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O‘zgarishlar jurnalidan qisqacha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4. Sinov natijalari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Sinovlar jadvali va muvaffaqiyat ulushi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5. Oldin/keyin taqqoslash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Ballar va ko‘rsatkichlar o‘zgarishi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3-REJA · YAKUNIY HISOBOT VA XULOSA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Refleksiya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Fan yakunida har bir o‘quvchi uchta savolga javob yozadi: «Fan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davomida o‘zimda qanday xavfsiz odatlar shakllandi?», «Qaysi mavzu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eng foydali bo‘ldi?», «Kelajakda IT-servis mutaxassisi sifatida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mijozlarimga qanday xavfsizlik maslahatlarini beraman?».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Axborot xavfsizligi — bilimlar emas, kundalik odatlar majmui.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50-MAVZU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4389882"/>
          </a:xfrm>
          <a:prstGeom prst="roundRect">
            <a:avLst>
              <a:gd name="adj" fmla="val 1666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4389882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Oldin/keyin tahlili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Chora qo‘llanishidan oldingi va keyingi holatni bir xil mezonlar bo‘yicha solishtirib, natijani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baholash usuli.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D86A3E"/>
                </a:solidFill>
                <a:latin typeface="Segoe UI"/>
              </a:rPr>
              <a:t>50-MAVZU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Oldin/keyin tahlili qanday o‘tkaziladi?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tekshiruvni boshqa juftlik o‘tkazadi?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EICAR sinovi qaysi himoya chorasini tekshiradi?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Sinov natijasi kutilgandan farq qilsa nima qilinadi?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Yakuniy hisobot qanday bo‘limlardan iborat?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50-mavzu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D86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D86A3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50-mavzu. Amalga oshirilgan himoya choralarining natijasini tekshirish va baholash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